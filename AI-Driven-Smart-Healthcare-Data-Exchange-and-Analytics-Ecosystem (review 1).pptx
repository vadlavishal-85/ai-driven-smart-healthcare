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2.xml" ContentType="application/vnd.openxmlformats-officedocument.presentationml.notesSlide+xml"/>
  <Override PartName="/ppt/ink/ink4.xml" ContentType="application/inkml+xml"/>
  <Override PartName="/ppt/notesSlides/notesSlide3.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notesSlides/notesSlide4.xml" ContentType="application/vnd.openxmlformats-officedocument.presentationml.notesSlide+xml"/>
  <Override PartName="/ppt/ink/ink8.xml" ContentType="application/inkml+xml"/>
  <Override PartName="/ppt/ink/ink9.xml" ContentType="application/inkml+xml"/>
  <Override PartName="/ppt/notesSlides/notesSlide5.xml" ContentType="application/vnd.openxmlformats-officedocument.presentationml.notesSlide+xml"/>
  <Override PartName="/ppt/ink/ink10.xml" ContentType="application/inkml+xml"/>
  <Override PartName="/ppt/notesSlides/notesSlide6.xml" ContentType="application/vnd.openxmlformats-officedocument.presentationml.notesSlide+xml"/>
  <Override PartName="/ppt/ink/ink11.xml" ContentType="application/inkml+xml"/>
  <Override PartName="/ppt/ink/ink12.xml" ContentType="application/inkml+xml"/>
  <Override PartName="/ppt/notesSlides/notesSlide7.xml" ContentType="application/vnd.openxmlformats-officedocument.presentationml.notesSlide+xml"/>
  <Override PartName="/ppt/ink/ink13.xml" ContentType="application/inkml+xml"/>
  <Override PartName="/ppt/ink/ink14.xml" ContentType="application/inkml+xml"/>
  <Override PartName="/ppt/notesSlides/notesSlide8.xml" ContentType="application/vnd.openxmlformats-officedocument.presentationml.notesSlide+xml"/>
  <Override PartName="/ppt/ink/ink15.xml" ContentType="application/inkml+xml"/>
  <Override PartName="/ppt/ink/ink16.xml" ContentType="application/inkml+xml"/>
  <Override PartName="/ppt/notesSlides/notesSlide9.xml" ContentType="application/vnd.openxmlformats-officedocument.presentationml.notesSlide+xml"/>
  <Override PartName="/ppt/ink/ink17.xml" ContentType="application/inkml+xml"/>
  <Override PartName="/ppt/ink/ink18.xml" ContentType="application/inkml+xml"/>
  <Override PartName="/ppt/notesSlides/notesSlide10.xml" ContentType="application/vnd.openxmlformats-officedocument.presentationml.notesSlide+xml"/>
  <Override PartName="/ppt/ink/ink19.xml" ContentType="application/inkml+xml"/>
  <Override PartName="/ppt/ink/ink20.xml" ContentType="application/inkml+xml"/>
  <Override PartName="/ppt/ink/ink21.xml" ContentType="application/inkml+xml"/>
  <Override PartName="/ppt/notesSlides/notesSlide11.xml" ContentType="application/vnd.openxmlformats-officedocument.presentationml.notesSlide+xml"/>
  <Override PartName="/ppt/ink/ink22.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8" r:id="rId3"/>
    <p:sldId id="257" r:id="rId4"/>
    <p:sldId id="259" r:id="rId5"/>
    <p:sldId id="260" r:id="rId6"/>
    <p:sldId id="262" r:id="rId7"/>
    <p:sldId id="261" r:id="rId8"/>
    <p:sldId id="263" r:id="rId9"/>
    <p:sldId id="264" r:id="rId10"/>
    <p:sldId id="265" r:id="rId11"/>
    <p:sldId id="266" r:id="rId12"/>
  </p:sldIdLst>
  <p:sldSz cx="9144000" cy="5143500" type="screen16x9"/>
  <p:notesSz cx="5143500" cy="9144000"/>
  <p:embeddedFontLst>
    <p:embeddedFont>
      <p:font typeface="Fraunces ExtraBold" panose="020B0604020202020204" charset="0"/>
      <p:bold r:id="rId14"/>
    </p:embeddedFont>
    <p:embeddedFont>
      <p:font typeface="Nobile" panose="020B0604020202020204" charset="0"/>
      <p:regular r:id="rId15"/>
    </p:embeddedFont>
    <p:embeddedFont>
      <p:font typeface="Nobile Bold" panose="020B0604020202020204" charset="0"/>
      <p:bold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21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dhar Chari" userId="59274349f4666040" providerId="LiveId" clId="{FF6C586A-DC50-40B7-9B09-7415E15148FA}"/>
    <pc:docChg chg="undo custSel modSld sldOrd">
      <pc:chgData name="Sridhar Chari" userId="59274349f4666040" providerId="LiveId" clId="{FF6C586A-DC50-40B7-9B09-7415E15148FA}" dt="2026-08-01T04:51:55.896" v="28" actId="20577"/>
      <pc:docMkLst>
        <pc:docMk/>
      </pc:docMkLst>
      <pc:sldChg chg="modSp mod">
        <pc:chgData name="Sridhar Chari" userId="59274349f4666040" providerId="LiveId" clId="{FF6C586A-DC50-40B7-9B09-7415E15148FA}" dt="2026-08-01T04:51:55.896" v="28" actId="20577"/>
        <pc:sldMkLst>
          <pc:docMk/>
          <pc:sldMk cId="0" sldId="256"/>
        </pc:sldMkLst>
        <pc:spChg chg="mod">
          <ac:chgData name="Sridhar Chari" userId="59274349f4666040" providerId="LiveId" clId="{FF6C586A-DC50-40B7-9B09-7415E15148FA}" dt="2026-08-01T04:51:41.793" v="27" actId="20577"/>
          <ac:spMkLst>
            <pc:docMk/>
            <pc:sldMk cId="0" sldId="256"/>
            <ac:spMk id="8" creationId="{00000000-0000-0000-0000-000000000000}"/>
          </ac:spMkLst>
        </pc:spChg>
        <pc:spChg chg="mod">
          <ac:chgData name="Sridhar Chari" userId="59274349f4666040" providerId="LiveId" clId="{FF6C586A-DC50-40B7-9B09-7415E15148FA}" dt="2026-08-01T04:51:55.896" v="28" actId="20577"/>
          <ac:spMkLst>
            <pc:docMk/>
            <pc:sldMk cId="0" sldId="256"/>
            <ac:spMk id="16" creationId="{00000000-0000-0000-0000-000000000000}"/>
          </ac:spMkLst>
        </pc:spChg>
      </pc:sldChg>
      <pc:sldChg chg="ord">
        <pc:chgData name="Sridhar Chari" userId="59274349f4666040" providerId="LiveId" clId="{FF6C586A-DC50-40B7-9B09-7415E15148FA}" dt="2026-08-01T04:30:22.832" v="12"/>
        <pc:sldMkLst>
          <pc:docMk/>
          <pc:sldMk cId="0" sldId="257"/>
        </pc:sldMkLst>
      </pc:sldChg>
      <pc:sldChg chg="modSp mod">
        <pc:chgData name="Sridhar Chari" userId="59274349f4666040" providerId="LiveId" clId="{FF6C586A-DC50-40B7-9B09-7415E15148FA}" dt="2026-08-01T04:31:46.708" v="23" actId="20577"/>
        <pc:sldMkLst>
          <pc:docMk/>
          <pc:sldMk cId="0" sldId="258"/>
        </pc:sldMkLst>
        <pc:spChg chg="mod">
          <ac:chgData name="Sridhar Chari" userId="59274349f4666040" providerId="LiveId" clId="{FF6C586A-DC50-40B7-9B09-7415E15148FA}" dt="2026-08-01T04:31:16.467" v="16" actId="1076"/>
          <ac:spMkLst>
            <pc:docMk/>
            <pc:sldMk cId="0" sldId="258"/>
            <ac:spMk id="2" creationId="{00000000-0000-0000-0000-000000000000}"/>
          </ac:spMkLst>
        </pc:spChg>
        <pc:spChg chg="mod">
          <ac:chgData name="Sridhar Chari" userId="59274349f4666040" providerId="LiveId" clId="{FF6C586A-DC50-40B7-9B09-7415E15148FA}" dt="2026-08-01T04:31:46.708" v="23" actId="20577"/>
          <ac:spMkLst>
            <pc:docMk/>
            <pc:sldMk cId="0" sldId="258"/>
            <ac:spMk id="5" creationId="{00000000-0000-0000-0000-000000000000}"/>
          </ac:spMkLst>
        </pc:spChg>
      </pc:sldChg>
      <pc:sldChg chg="addSp delSp modSp mod">
        <pc:chgData name="Sridhar Chari" userId="59274349f4666040" providerId="LiveId" clId="{FF6C586A-DC50-40B7-9B09-7415E15148FA}" dt="2026-08-01T00:16:16.425" v="10" actId="1036"/>
        <pc:sldMkLst>
          <pc:docMk/>
          <pc:sldMk cId="0" sldId="259"/>
        </pc:sldMkLst>
        <pc:spChg chg="mod">
          <ac:chgData name="Sridhar Chari" userId="59274349f4666040" providerId="LiveId" clId="{FF6C586A-DC50-40B7-9B09-7415E15148FA}" dt="2026-08-01T00:16:16.425" v="10" actId="1036"/>
          <ac:spMkLst>
            <pc:docMk/>
            <pc:sldMk cId="0" sldId="259"/>
            <ac:spMk id="4" creationId="{00000000-0000-0000-0000-000000000000}"/>
          </ac:spMkLst>
        </pc:spChg>
        <pc:spChg chg="add del">
          <ac:chgData name="Sridhar Chari" userId="59274349f4666040" providerId="LiveId" clId="{FF6C586A-DC50-40B7-9B09-7415E15148FA}" dt="2026-08-01T00:15:44.114" v="7" actId="478"/>
          <ac:spMkLst>
            <pc:docMk/>
            <pc:sldMk cId="0" sldId="259"/>
            <ac:spMk id="5" creationId="{00000000-0000-0000-0000-000000000000}"/>
          </ac:spMkLst>
        </pc:spChg>
      </pc:sldChg>
      <pc:sldChg chg="modSp mod ord">
        <pc:chgData name="Sridhar Chari" userId="59274349f4666040" providerId="LiveId" clId="{FF6C586A-DC50-40B7-9B09-7415E15148FA}" dt="2026-08-01T04:30:43.226" v="15" actId="1076"/>
        <pc:sldMkLst>
          <pc:docMk/>
          <pc:sldMk cId="0" sldId="261"/>
        </pc:sldMkLst>
        <pc:picChg chg="mod">
          <ac:chgData name="Sridhar Chari" userId="59274349f4666040" providerId="LiveId" clId="{FF6C586A-DC50-40B7-9B09-7415E15148FA}" dt="2026-08-01T04:30:43.226" v="15" actId="1076"/>
          <ac:picMkLst>
            <pc:docMk/>
            <pc:sldMk cId="0" sldId="261"/>
            <ac:picMk id="4" creationId="{00000000-0000-0000-0000-000000000000}"/>
          </ac:picMkLst>
        </pc:picChg>
      </pc:sldChg>
      <pc:sldChg chg="addSp delSp mod">
        <pc:chgData name="Sridhar Chari" userId="59274349f4666040" providerId="LiveId" clId="{FF6C586A-DC50-40B7-9B09-7415E15148FA}" dt="2026-08-01T00:06:03.358" v="5" actId="9405"/>
        <pc:sldMkLst>
          <pc:docMk/>
          <pc:sldMk cId="0" sldId="262"/>
        </pc:sldMkLst>
        <pc:inkChg chg="add del">
          <ac:chgData name="Sridhar Chari" userId="59274349f4666040" providerId="LiveId" clId="{FF6C586A-DC50-40B7-9B09-7415E15148FA}" dt="2026-08-01T00:06:03.358" v="5" actId="9405"/>
          <ac:inkMkLst>
            <pc:docMk/>
            <pc:sldMk cId="0" sldId="262"/>
            <ac:inkMk id="28" creationId="{47EDBFEC-4CD2-EF4F-4856-39BE606E1F88}"/>
          </ac:inkMkLst>
        </pc:inkChg>
        <pc:inkChg chg="add del">
          <ac:chgData name="Sridhar Chari" userId="59274349f4666040" providerId="LiveId" clId="{FF6C586A-DC50-40B7-9B09-7415E15148FA}" dt="2026-08-01T00:06:02.603" v="4" actId="9405"/>
          <ac:inkMkLst>
            <pc:docMk/>
            <pc:sldMk cId="0" sldId="262"/>
            <ac:inkMk id="29" creationId="{7F298BFA-D166-F9FD-FF7B-312F84DD9C76}"/>
          </ac:inkMkLst>
        </pc:inkChg>
        <pc:inkChg chg="add del">
          <ac:chgData name="Sridhar Chari" userId="59274349f4666040" providerId="LiveId" clId="{FF6C586A-DC50-40B7-9B09-7415E15148FA}" dt="2026-08-01T00:06:02.172" v="3" actId="9405"/>
          <ac:inkMkLst>
            <pc:docMk/>
            <pc:sldMk cId="0" sldId="262"/>
            <ac:inkMk id="30" creationId="{13632C1B-47E3-F4D9-FFC3-ED5A1B4162D8}"/>
          </ac:inkMkLst>
        </pc:ink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31T23:49:39.904"/>
    </inkml:context>
    <inkml:brush xml:id="br0">
      <inkml:brushProperty name="width" value="0.35" units="cm"/>
      <inkml:brushProperty name="height" value="0.35" units="cm"/>
      <inkml:brushProperty name="color" value="#FFFFFF"/>
    </inkml:brush>
  </inkml:definitions>
  <inkml:trace contextRef="#ctx0" brushRef="#br0">257 8 16938,'-236'-8'0,"215"26"0,278-28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31T23:49:50.428"/>
    </inkml:context>
    <inkml:brush xml:id="br0">
      <inkml:brushProperty name="width" value="0.35" units="cm"/>
      <inkml:brushProperty name="height" value="0.35" units="cm"/>
      <inkml:brushProperty name="color" value="#FFFFFF"/>
    </inkml:brush>
  </inkml:definitions>
  <inkml:trace contextRef="#ctx0" brushRef="#br0">2591 172 20558,'-1'6'0,"-2"1"0,-2 0 0,-2-1 0,-2 1 0,-2 0 0,-1-1 0,-3 0 0,-2 1 0,-1-1 0,-3 0 0,-1 0 0,-2 0 0,-2 0 0,-1 0 0,-2-1 0,-2 0 0,-1 1 0,-2-1 0,-1-1 0,-2 1 0,-1 0 0,-1-1 0,-2 0 0,0 0 0,-2-1 0,-1 1 0,-1-1 0,-1 0 0,0 0 0,-2-1 0,0 0 0,0 0 0,-2 0 0,1-1 0,-1 0 0,-1 0 0,1 0 0,-1-1 0,0 1 0,0-2 0,0 1 0,1-1 0,-1 0 0,1 0 0,1 0 0,-1-1 0,2 0 0,0 0 0,0 0 0,2-1 0,0 0 0,1 0 0,1-1 0,1 1 0,2-1 0,0 0 0,2 0 0,1-1 0,1 0 0,2 1 0,1-1 0,2-1 0,1 1 0,2 0 0,2-1 0,1 0 0,2 0 0,2 0 0,1 0 0,3 0 0,1-1 0,2 1 0,2 0 0,3-1 0,1 0 0,2 1 0,2-1 0,2 0 0,2 1 0,2-1 0,2 0 0,2 1 0,2-1 0,2 0 0,1 1 0,3-1 0,2 1 0,2 0 0,1-1 0,3 1 0,1 0 0,2 0 0,2 0 0,1 1 0,2-1 0,2 1 0,1 0 0,2 0 0,1 0 0,2 0 0,1 1 0,1 0 0,2-1 0,0 2 0,2-1 0,1 1 0,1-1 0,1 2 0,0-1 0,2 0 0,0 1 0,0 0 0,2 1 0,-1-1 0,1 1 0,1 0 0,-1 0 0,1 1 0,0 0 0,0 0 0,0 0 0,-1 1 0,1 0 0,-1 0 0,-1 1 0,1-1 0,-2 1 0,0 0 0,0 1 0,-2 0 0,0-1 0,-1 2 0,-1-1 0,-1 1 0,-2-1 0,0 2 0,-2-1 0,-1 0 0,-1 1 0,-2 0 0,-1 0 0,-2 0 0,-1 0 0,-2 1 0,-2-1 0,-1 1 0,-2 0 0,-2 0 0,-1 0 0,-3 1 0,-1-1 0,-2 0 0,-3 1 0,-1-1 0,-2 1 0,-2 0 0,-2-1 0,-2 1 0,-2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31T23:49:59.386"/>
    </inkml:context>
    <inkml:brush xml:id="br0">
      <inkml:brushProperty name="width" value="0.35" units="cm"/>
      <inkml:brushProperty name="height" value="0.35" units="cm"/>
      <inkml:brushProperty name="color" value="#FFFFFF"/>
    </inkml:brush>
  </inkml:definitions>
  <inkml:trace contextRef="#ctx0" brushRef="#br0">1435 213 4915,'0'23'406,"-1"0"-1,-1 0 1,-7 32-1,4-33-147,3-10-101,0-1 0,-1 0 1,0 0-1,-1 0 0,0 0 1,-1-1-1,-10 18 0,14-27-125,0 0-1,0 0 1,-1 0-1,1 0 0,0 0 1,-1-1-1,1 1 1,-1 0-1,1-1 0,-1 1 1,1-1-1,-1 0 1,1 0-1,-1 1 0,1-1 1,-1 0-1,-2 0 0,-33-3 312,22 1-169,-84 1 714,-20-1 206,118 2-1090,-1 0 0,0 0 0,0 0 0,0 0 1,1-1-1,-1 1 0,0-1 0,0 1 0,1-1 0,-1 0 0,1 1 0,-1-1 0,0 0 0,1 0 0,-1 0 1,1 0-1,0-1 0,-1 1 0,1 0 0,0-1 0,0 1 0,0 0 0,0-1 0,0 1 0,0-1 0,0 0 0,0 1 1,1-1-1,-1 0 0,1 1 0,-1-1 0,1 0 0,0 0 0,-1 1 0,1-1 0,0 0 0,0 0 0,0 0 1,1 1-1,-1-1 0,0 0 0,1 0 0,-1 0 0,2-2 0,0-4 28,1 1 0,0 0 0,0 0 0,0 0 0,1 1 0,0-1 0,0 1 0,1 0 0,7-8 0,7-2 286,1 0 0,37-21 1,-30 20-382,25-20 1,-34 25 163,0 0 0,1 1 0,22-9 0,1-1-29,108-62 981,-130 72-851,1 1 0,1 1 1,24-7-1,-43 15-175,0 0-1,0 0 1,1 1 0,-1-1-1,0 1 1,0 0 0,0 0-1,1 0 1,-1 0 0,0 1-1,0-1 1,6 2 0,-8-1-19,-1-1 1,1 0-1,-1 0 0,1 1 1,-1-1-1,0 0 1,1 1-1,-1-1 1,1 0-1,-1 1 1,0-1-1,1 0 0,-1 1 1,0-1-1,0 1 1,1-1-1,-1 1 1,0-1-1,0 1 1,1-1-1,-1 1 1,0-1-1,0 1 0,0-1 1,0 1-1,0-1 1,0 1-1,0 0 1,0 1 7,-1 0 0,0-1 0,1 1 0,-1 0 0,0-1 0,0 1 0,0-1 0,0 1 0,-1-1 0,1 1 0,0-1 0,0 0 0,-2 2 0,-41 31 338,34-27-248,1 0-1,-1 1 0,1 0 1,0 0-1,-13 18 1,17-18-45,1-1 0,-1 1 0,2 0 0,-1 1 0,1-1 0,1 1 1,-1-1-1,0 10 0,-4 9 96,6-22-116,-1-1 0,0 1 0,0-1 0,0 0 0,-1 0 0,1 0 0,-1 0 0,-6 6 0,6-6 7,-1 0 1,1 0-1,0 0 1,0 1-1,0 0 1,-3 9-1,0 6 102,2 0-1,0 0 1,1 0-1,0 22 1,1-10 12,2-30-149,0-1-1,0 1 1,-1 0-1,1-1 1,0 1-1,-1 0 1,1-1 0,-1 1-1,0-1 1,1 1-1,-1-1 1,0 1-1,0-1 1,0 1 0,0-1-1,0 0 1,0 1-1,0-1 1,-1 0-1,1 0 1,0 0 0,-1 0-1,1 0 1,-1 0-1,1 0 1,-1-1-1,1 1 1,-1-1 0,1 1-1,-1-1 1,0 1-1,1-1 1,-1 0-1,0 0 1,1 0 0,-1 0-1,0 0 1,0 0-1,1 0 1,-1 0-1,0-1 1,-2 0 0,-10-3 79,0 0 1,0 0 0,0-2 0,-13-7 0,7 4 39,2 4-3,-1 0-1,0 1 1,0 1 0,0 0-1,0 2 1,0 0 0,-37 4 0,28-2 108,1-1 1,-53-6 0,46 2 61,-58-1 0,13 1 114,-19-14-284,79 15-129,-26-4 0,-86-3 0,90 8 0,-45-6 0,45 3 0,-45 0 0,82 5 0,-28 1 0,0-2 0,0-1 0,-63-11 0,92 12 0,0 0 0,0 0 0,0 0 0,0-1 0,0 1 0,1 0 0,-1-1 0,1 0 0,-1 0 0,1 0 0,-1 0 0,1 0 0,0 0 0,0-1 0,-3-4 0,3 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31T23:50:44.921"/>
    </inkml:context>
    <inkml:brush xml:id="br0">
      <inkml:brushProperty name="width" value="0.35" units="cm"/>
      <inkml:brushProperty name="height" value="0.35" units="cm"/>
      <inkml:brushProperty name="color" value="#FFFFFF"/>
    </inkml:brush>
  </inkml:definitions>
  <inkml:trace contextRef="#ctx0" brushRef="#br0">2463 0 4915,'0'12'173,"1"0"-1,0 0 1,0 0 0,2 0-1,-1 0 1,2 0 0,0-1-1,0 1 1,1-1 0,0 0 0,1-1-1,0 1 1,11 13 0,-13-19-83,0 1 0,0-1 0,0 1 0,-1 0 0,0-1 0,0 1 0,0 1 0,-1-1 1,0 0-1,0 1 0,-1-1 0,0 1 0,1 9 0,-2-16-82,0 0 1,0 0-1,0 0 0,0 0 1,0 1-1,0-1 0,0 0 1,0 0-1,0 0 0,0 0 1,0 0-1,0 0 0,0 0 1,0 1-1,1-1 1,-1 0-1,0 0 0,0 0 1,0 0-1,0 0 0,0 0 1,0 0-1,0 0 0,0 1 1,0-1-1,1 0 0,-1 0 1,0 0-1,0 0 0,0 0 1,0 0-1,0 0 0,0 0 1,1 0-1,-1 0 0,0 0 1,0 0-1,0 0 0,0 0 1,0 0-1,0 0 0,1 0 1,-1 0-1,0 0 0,0 0 1,0 0-1,0 0 0,0 0 1,0 0-1,0 0 0,1-1 1,-1 1-1,0 0 0,0 0 1,11-7 133,7-12-63,-14 15-93,-1 0-1,0 0 1,0-1 0,-1 0-1,1 0 1,-1 1 0,0-1-1,0 0 1,0-1 0,-1 1-1,0 0 1,1-8 0,-2 10 22,1 0 1,-1 0-1,0 0 1,0-1-1,-1 1 1,1 0-1,-1 0 1,1 0 0,-1 0-1,0 0 1,0 0-1,-1 0 1,1 0-1,-1 0 1,1 0-1,-1 1 1,0-1-1,0 0 1,0 1 0,0 0-1,-5-4 1,4 3 22,-1 0 0,1-1 0,0 1 0,0-1 0,0 0 0,0 1 0,-3-7 0,1 3-63,2 56 675,5-26-487,-1-13-75,-1 0 1,1 0-1,-2 0 0,-1 14 0,2-22-62,-1 0-1,1 0 1,-1 0-1,1 0 0,-1 0 1,0 0-1,0-1 1,0 1-1,0 0 1,0 0-1,0-1 0,0 1 1,-1-1-1,1 1 1,-1-1-1,1 1 1,-1-1-1,1 0 1,-1 0-1,0 0 0,0 0 1,1 0-1,-1 0 1,0 0-1,0-1 1,0 1-1,-2 0 0,-20 2 205,0-2-1,1 0 0,-40-5 1,-5 1 235,-19 1 128,-105 5 715,163 3-1072,28-6-215,-1 0 0,1 1 0,0-1 0,0 0 0,0 1 0,0-1 0,0 1 0,0 0 0,0-1 1,0 1-1,0 0 0,0-1 0,1 1 0,-1 0 0,0 0 0,0 0 0,1 0 0,-1 0 0,0 0 0,1 0 0,-1 1 1,1-1-5,0 0 0,0-1 0,0 1 0,0 0 1,1-1-1,-1 1 0,0-1 0,1 1 1,-1 0-1,0-1 0,1 1 0,-1-1 1,1 1-1,-1-1 0,1 1 0,-1-1 1,1 1-1,-1-1 0,1 0 0,-1 1 0,1-1 1,-1 0-1,1 1 0,0-1 0,-1 0 1,1 0-1,0 0 0,-1 0 0,1 1 1,0-1-1,0 0 0,26 3 179,-25-3-166,25 2 201,1-1 1,0-2-1,-1 0 1,1-2-1,28-7 1,-29 5 0,-1 2-1,1 0 1,0 2-1,0 1 1,30 4 0,-55-4-212,-1 0 1,1 0 0,-1 0 0,0 0 0,1 1 0,-1-1 0,1 0 0,-1 0 0,0 1 0,1-1-1,-1 1 1,0-1 0,0 1 0,1 0 0,-1 0 0,0-1 0,0 1 0,0 0 0,0 0-1,0 0 1,0 0 0,0 0 0,0 0 0,0 0 0,0 1 0,-1-1 0,1 0 0,-1 0-1,1 1 1,-1-1 0,1 0 0,-1 1 0,1-1 0,-1 0 0,0 1 0,0-1 0,0 1-1,0 1 1,0-1 11,-1 1 0,0-1 0,1 0 0,-1 1-1,0-1 1,0 0 0,-1 0 0,1 0 0,0 0-1,-1 0 1,1 0 0,-1 0 0,0 0 0,1-1-1,-1 1 1,0 0 0,0-1 0,0 0 0,0 1-1,-1-1 1,-3 1 0,6-2-24,-18 9 173,-1-2 0,0 0 0,0-2 0,-1 0 0,1-1 1,-1-1-1,-26 2 0,8-6 62,-22 0 656,-114 13 1,100-5-825,0-2 1,-86-7-1,42 0-59,-425 2-9,528 1 0,0 0 0,-27 7 0,-26 2 0,45-9 0,-11-1 0,0 2 0,-35 7 0,21-2 0,1-3 0,-1-2 0,-56-5 0,11 1 0,84 2 0,1 0 0,-1-1 0,1 0 0,-1-1 0,1 1 0,-1-2 0,1 1 0,0-1 0,0-1 0,0 1 0,-10-8 0,-1 2 0,0 1 0,-1 1 0,-40-10 0,12 5 0,43 10-10,1 1 0,-1-1 0,1 0 1,0 0-1,0 0 0,-1 0 0,1-1 0,1 0 1,-1 0-1,0 0 0,1 0 0,-1-1 0,1 1 0,0-1 1,0 0-1,1 0 0,-1 0 0,-2-5 0,2 1-71,1 1 0,0-1-1,0 1 1,0-1 0,1 0-1,0 1 1,0-1 0,1 0-1,0 0 1,2-10 0,-2 16 75,0 0 0,1 0 1,-1 0-1,1 0 0,-1 0 1,1 1-1,0-1 1,0 0-1,0 0 0,0 0 1,0 1-1,0-1 1,0 0-1,1 1 0,-1-1 1,0 1-1,1 0 0,0-1 1,-1 1-1,1 0 1,0 0-1,-1 0 0,1 0 1,0 0-1,0 0 1,0 1-1,3-1 0,5-2 19,1 2 0,-1-1-1,1 2 1,14 0-1,24-3 16,-5-8 6,-25 5-16,2 1 1,-1 2-1,0 0 1,24-1-1,-6 4 5,2 1 18,0-2-1,63-10 0,-54 5-1,0 2 0,0 2-1,50 4 1,-5 0 21,1226-2 603,-1304 1-663,0 1 0,-1 0 0,1 1 0,-1 0 0,23 9 0,-26-6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31T23:50:05.777"/>
    </inkml:context>
    <inkml:brush xml:id="br0">
      <inkml:brushProperty name="width" value="0.35" units="cm"/>
      <inkml:brushProperty name="height" value="0.35" units="cm"/>
      <inkml:brushProperty name="color" value="#FFFFFF"/>
    </inkml:brush>
  </inkml:definitions>
  <inkml:trace contextRef="#ctx0" brushRef="#br0">0 100 4915,'361'-10'4743,"29"0"-2068,-344 8-1784,88-16 0,-88 10-375,0 2 0,47 0-1,-71 6-63,45-9 0,-43 5-56,38-2 1,-32 5 130,37-8 0,-37 5-116,39-2 1,479 7 3289,-545-2-3701,-1 1 0,1 0 0,0 0 0,0 1 0,0-1 0,0 0 0,0 1 0,-1 0 0,1-1 0,0 1 0,0 0 0,-1 1 0,1-1 0,4 3 0,1 5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31T23:50:18.011"/>
    </inkml:context>
    <inkml:brush xml:id="br0">
      <inkml:brushProperty name="width" value="0.35" units="cm"/>
      <inkml:brushProperty name="height" value="0.35" units="cm"/>
      <inkml:brushProperty name="color" value="#FFFFFF"/>
    </inkml:brush>
  </inkml:definitions>
  <inkml:trace contextRef="#ctx0" brushRef="#br0">0 0 21762,'0'256'0,"2527"-256"0,-2527-256 0,-2527 256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31T23:50:26.165"/>
    </inkml:context>
    <inkml:brush xml:id="br0">
      <inkml:brushProperty name="width" value="0.35" units="cm"/>
      <inkml:brushProperty name="height" value="0.35" units="cm"/>
      <inkml:brushProperty name="color" value="#FFFFFF"/>
    </inkml:brush>
  </inkml:definitions>
  <inkml:trace contextRef="#ctx0" brushRef="#br0">28 9 10641,'26'64'0,"-80"-19"0,124-50 0,-44 70 0,-9-132 0,53 62 0,-129-32 0,76-31 0,-71 113 0,-5-82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31T23:50:52.311"/>
    </inkml:context>
    <inkml:brush xml:id="br0">
      <inkml:brushProperty name="width" value="0.35" units="cm"/>
      <inkml:brushProperty name="height" value="0.35" units="cm"/>
      <inkml:brushProperty name="color" value="#FFFFFF"/>
    </inkml:brush>
  </inkml:definitions>
  <inkml:trace contextRef="#ctx0" brushRef="#br0">0 0 15489,'2362'0'0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31T23:51:08.441"/>
    </inkml:context>
    <inkml:brush xml:id="br0">
      <inkml:brushProperty name="width" value="0.35" units="cm"/>
      <inkml:brushProperty name="height" value="0.35" units="cm"/>
      <inkml:brushProperty name="color" value="#FFFFFF"/>
    </inkml:brush>
  </inkml:definitions>
  <inkml:trace contextRef="#ctx0" brushRef="#br0">2765 658 4915,'1'30'528,"0"-21"-388,-1 1 1,0-1 0,0 1 0,-1 0-1,-3 16 1,3-23-114,0-1 1,0 0-1,0 0 0,0 0 1,0 0-1,0 0 0,-1 0 0,1 0 1,-1 0-1,1 0 0,-1 0 0,0-1 1,0 1-1,1-1 0,-1 0 0,0 1 1,-1-1-1,1 0 0,0 0 0,0 0 1,0 0-1,-1-1 0,1 1 0,0 0 1,0-1-1,-1 0 0,1 1 0,-4-1 1,-7 0 131,0 0 0,0-1 1,1 0-1,-1-1 1,0 0-1,-23-8 1,28 8-46,0-1 0,0-1 0,1 1 0,-1-1 0,1-1 0,0 1 0,0-1 0,0-1 1,1 1-1,0-1 0,-10-11 0,3-12-207,10 23 111,1 0 0,-1 0 1,0 0-1,-7-10 0,9 15-4,0 0 0,1 0 0,-1 0 0,0 0 0,-1 0 0,1 0 0,0 0 0,0 1 0,0-1 0,0 0 1,-1 1-1,1-1 0,0 0 0,-1 1 0,1 0 0,0-1 0,-1 1 0,1 0 0,0 0 0,-1 0 0,1 0 0,-1 0 0,1 0 0,-1 0 0,1 0 0,0 0 0,-2 1 0,1 0 8,0 1 1,0-1-1,0 1 0,0-1 0,1 1 0,-1-1 0,0 1 0,1 0 1,0 0-1,-1 0 0,1 0 0,0 0 0,0 0 0,0 0 0,0 0 1,0 0-1,1 1 0,-1-1 0,1 0 0,-1 0 0,1 1 0,0-1 1,0 4-1,-1 1 30,1-1-1,0 1 1,0-1 0,0 1 0,1-1 0,0 1 0,3 8 0,-3-13-30,0 0 0,0 0 0,1 0 0,-1 0 1,1 0-1,0 0 0,-1 0 0,1-1 0,0 1 0,0-1 1,0 1-1,0-1 0,0 0 0,0 0 0,1 0 0,-1 0 0,0 0 1,0 0-1,1-1 0,-1 1 0,1-1 0,4 1 0,7 0 119,0-1-1,26-2 0,-19 0 12,-9 2-61,-7 1-46,0-1 0,1 0 0,-1-1 0,0 1 0,0-1 0,0 0 0,0 0 0,0 0 0,-1-1 0,1 0 0,0 0 0,4-2 0,-9 3-34,0 1 0,-1-1 0,1 1 1,0 0-1,0-1 0,-1 1 0,1 0 0,0-1 0,-1 1 1,1 0-1,0-1 0,-1 1 0,1 0 0,0-1 0,-1 1 1,1 0-1,-1 0 0,1 0 0,0-1 0,-1 1 0,1 0 1,-1 0-1,1 0 0,-1 0 0,1 0 0,-1 0 0,1 0 0,-1 0 1,1 0-1,0 0 0,-1 0 0,1 0 0,-2 1 0,-19-4 151,-525 2 3475,265 3-1729,-179-2 1202,445-1-2920,0-1-1,-27-5 1,-26-4 300,-107 13-465,-70-4-27,125-17 2,0-2 0,107 19 6,-1 0 1,1 0-1,-1-1 0,-17-8 0,27 10-23,1 0 0,0 0 0,0-1 0,-1 0 0,1 0 0,1 1 0,-1-2 0,0 1 0,0 0 0,1 0 0,-1-1 0,1 0 0,0 1 0,0-1 0,0 0 0,0 0 0,0 0 0,1 0 0,-1 0 0,1-1 0,0 1 0,-1-5-1,0-6-135,0 1-1,1-1 1,1 0-1,0 0 0,1 0 1,0 0-1,7-25 1,-7 37 154,0 0 0,0 1 0,1-1 0,-1 0 0,1 0 0,0 0 1,-1 1-1,1-1 0,0 1 0,0 0 0,0-1 0,0 1 0,0 0 0,0 0 0,0 0 1,0 0-1,1 1 0,-1-1 0,0 0 0,1 1 0,-1 0 0,4-1 0,9 1 18,-1-1-1,24 4 1,-16-2-3,-3 0 6,0-1 1,1 0 0,-1-2 0,33-7-1,-18 4 14,0 1-1,0 1 1,1 2-1,40 4 1,5-1 30,401-2 388,-498 2-434,1 0-1,0 0 1,0 2 0,-26 8 0,-34 7 41,-21-2 26,-39 5 37,39-8 30,-170 45 0,197-38-152,35-9-2,0-2 0,0-1 0,-68 7 0,91-15 0,0 1 0,0 0 0,1 1 0,-1 1 0,1-1 0,-1 2 0,1-1 0,-12 9 0,9-7 0,5-2 0,-1-1 0,0 1 0,0-2 0,-1 0 0,-10 1 0,11-1 0,-1-1 0,1 2 0,0-1 0,0 1 0,-11 5 0,-17 7 0,36-15 0,1 1 0,-1-1 0,0 1 0,0-1 0,0 0 0,1 1 0,-1-1 0,0 0 0,0 0 0,0 0 0,0-1 0,0 1 0,1 0 0,-1-1 0,0 1 0,0-1 0,1 1 0,-4-3 0,5 3 0,-1-1 0,1 1 0,0-1 0,0 1 0,0-1 0,0 1 0,0-1 0,0 1 0,0-1 0,0 1 0,0 0 0,0-1 0,0 1 0,1-1 0,-1 1 0,0-1 0,0 1 0,0-1 0,0 1 0,1 0 0,-1-1 0,0 1 0,0-1 0,1 1 0,-1 0 0,0-1 0,1 1 0,-1 0 0,1 0 0,-1-1 0,0 1 0,1 0 0,-1 0 0,1-1 0,-1 1 0,0 0 0,1 0 0,0 0 0,17-10 0,1 6 0,-1 0 0,1 1 0,0 1 0,0 1 0,1 1 0,29 3 0,7-1 0,-41-1 0,0 1 0,0 0 0,0 1 0,25 9 0,-25-7 0,0-1 0,0 0 0,1-1 0,22 2 0,-7-4 0,-20 1 0,0-2 0,1 1 0,-1-1 0,1-1 0,-1 0 0,1-1 0,13-3 0,-23 4-13,-1 0 0,0 0 0,0 0-1,0 1 1,0-1 0,0 0 0,-1 0 0,1-1 0,0 1 0,0 0 0,-1 0 0,1 0 0,0 0-1,-1-1 1,0 1 0,1 0 0,-1 0 0,0-1 0,1 1 0,-1 0 0,0-1 0,0 1 0,0-3-1,-4-38-369,1 21 180,4 17 184,-1 0 0,0 0-1,1 1 1,0-1 0,0 0 0,0 0 0,1 1 0,-1-1 0,1 1 0,-1-1 0,1 1 0,1 0-1,-1 0 1,0-1 0,1 2 0,-1-1 0,1 0 0,4-3 0,7-5-113,0 1 0,31-15 0,-7 3-193,30-20-506,83-37 0,-151 79 831,178-78-448,-6 6-764,-99 40 1147,22-16-610,-71 35 701,1 0 0,0 1 0,1 1 0,0 2 0,43-10 0,-44 12 48,0 0 0,0-2-1,-1 0 1,36-21 0,-46 23 15,-5 2-49,1 1 0,0 0 0,0 1 0,0 0 0,0 0 0,1 1 0,-1 1 0,1 0 0,12 0 0,-20 1-30,0 0 1,0 0-1,0 0 1,0 1-1,0 0 1,0-1-1,0 1 1,0 0-1,0 1 0,-1-1 1,1 0-1,0 1 1,-1-1-1,1 1 1,-1 0-1,1 0 1,-1 0-1,0 0 1,0 0-1,0 1 1,0-1-1,0 1 1,-1-1-1,1 1 1,-1 0-1,1-1 1,-1 1-1,0 0 1,0 0-1,0 0 0,-1 0 1,1 0-1,-1 0 1,1 0-1,-1 0 1,0 4-1,0-6-3,0 1-1,0-1 0,0 1 0,0-1 0,-1 1 0,1-1 1,0 1-1,-1-1 0,1 1 0,0-1 0,-1 1 1,0-1-1,1 1 0,-1-1 0,0 0 0,0 1 1,0-1-1,0 0 0,0 0 0,0 0 0,0 0 0,0 0 1,0 0-1,-1 0 0,1 0 0,0 0 0,-3 1 1,-2 0 18,-1 0 0,1 0 0,-1 0-1,0-1 1,-8 0 0,-27 8 130,27-1-82,0 1-1,0 0 1,-14 13 0,-3 1 64,26-20-113,1 0-1,-1-1 0,0 0 0,0 0 1,0 0-1,-1-1 0,1 1 1,0-2-1,0 1 0,-1-1 1,-6 0-1,5 0 14,-1 1 0,1-1 0,-1 2 0,1-1 0,-13 5 0,-48 22 210,38-14-109,0-1 0,-1-2 0,-38 9 0,13-10 117,0 3 0,1 2 0,-74 30 0,-18 14 246,17-3-16,197-53-141,-6-13-249,-40 6-97,0 1 0,27-1 0,-23 3 2,38-8 0,20 0 0,654 7 0,-360 4 0,-359 0 0,0 0 0,0 1 0,0 1 0,-1 1 0,1 0 0,-1 1 0,21 12 0,5 0 0,-40-17 0,18 8 0,1-2 0,0 0 0,38 8 0,-55-15 0,0 1 0,0 0 0,0 0 0,0 0 0,0 1 0,0-1 0,-1 1 0,1 0 0,0 0 0,-1 1 0,0-1 0,1 1 0,-1-1 0,0 1 0,0 0 0,0 0 0,-1 1 0,1-1 0,-1 0 0,0 1 0,0 0 0,0-1 0,0 1 0,2 7 0,-3-6 0,0 0 0,0 0 0,-1 0 0,1 0 0,-1 0 0,0 0 0,0 1 0,-1-1 0,0 0 0,0 0 0,0 0 0,0-1 0,-1 1 0,1 0 0,-1 0 0,-1-1 0,1 1 0,-1-1 0,1 0 0,-5 5 0,4-6 0,0 0 0,0 0 0,0-1 0,-1 0 0,1 0 0,-1 0 0,1 0 0,-1 0 0,0-1 0,1 1 0,-1-1 0,0 0 0,0 0 0,0-1 0,-7 1 0,-9 0 0,-40-3 0,26 0 0,-42 1-1092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31T23:51:32.574"/>
    </inkml:context>
    <inkml:brush xml:id="br0">
      <inkml:brushProperty name="width" value="0.35" units="cm"/>
      <inkml:brushProperty name="height" value="0.35" units="cm"/>
      <inkml:brushProperty name="color" value="#FFFFFF"/>
    </inkml:brush>
  </inkml:definitions>
  <inkml:trace contextRef="#ctx0" brushRef="#br0">2708 177 21267,'-1'7'0,"-2"0"0,-2 0 0,-2 0 0,-3 0 0,-1 0 0,-2-1 0,-3 1 0,-1-1 0,-3 1 0,-1-1 0,-2 1 0,-2-1 0,-2 0 0,-2-1 0,-1 1 0,-2 0 0,-2-1 0,-1 0 0,-2 0 0,-1 0 0,-2 0 0,-1-1 0,-1 0 0,-2 0 0,-1 0 0,-1-1 0,0 1 0,-2-1 0,-1-1 0,0 1 0,-2-1 0,1 0 0,-2 0 0,0-1 0,0 1 0,-1-1 0,0-1 0,0 1 0,0-1 0,0 0 0,0-1 0,0 1 0,1-1 0,-1-1 0,1 1 0,1-1 0,0 0 0,1 0 0,0-1 0,2 1 0,0-1 0,1-1 0,1 1 0,1-1 0,2 0 0,0 0 0,2 0 0,2-1 0,0 0 0,3 0 0,0 0 0,3 0 0,0-1 0,3 0 0,1 1 0,3-1 0,1 0 0,1-1 0,3 1 0,2-1 0,1 1 0,3-1 0,1 1 0,3-1 0,2 0 0,1 0 0,3 0 0,2 0 0,2 0 0,2 1 0,2-1 0,2 0 0,3 0 0,1 0 0,2 0 0,3 1 0,1-1 0,3 0 0,1 1 0,2 0 0,3-1 0,1 1 0,1 0 0,3 0 0,1 1 0,3-1 0,0 1 0,3 0 0,0 0 0,3 0 0,0 0 0,2 1 0,2 0 0,0 0 0,2 0 0,1 1 0,1-1 0,1 1 0,0 0 0,2 1 0,0 0 0,1 0 0,0 0 0,1 0 0,1 1 0,-1 0 0,1 1 0,0-1 0,0 1 0,0 0 0,0 1 0,0-1 0,0 1 0,-1 0 0,0 1 0,0 0 0,-2 0 0,1 0 0,-2 0 0,0 1 0,-1 0 0,-2 1 0,0-1 0,-1 1 0,-1 0 0,-2 0 0,-1 0 0,-1 1 0,-2 0 0,-1 0 0,-2 0 0,-1 0 0,-2 1 0,-2-1 0,-1 1 0,-2 0 0,-2 0 0,-2 1 0,-2-1 0,-1 0 0,-3 1 0,-1 0 0,-3-1 0,-2 1 0,-1 0 0,-3 0 0,-2 0 0,-2 0 0,-2-1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31T23:52:55.627"/>
    </inkml:context>
    <inkml:brush xml:id="br0">
      <inkml:brushProperty name="width" value="0.35" units="cm"/>
      <inkml:brushProperty name="height" value="0.35" units="cm"/>
      <inkml:brushProperty name="color" value="#FFFFFF"/>
    </inkml:brush>
  </inkml:definitions>
  <inkml:trace contextRef="#ctx0" brushRef="#br0">1 1 15436,'2304'0'0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31T23:53:05.787"/>
    </inkml:context>
    <inkml:brush xml:id="br0">
      <inkml:brushProperty name="width" value="0.35" units="cm"/>
      <inkml:brushProperty name="height" value="0.35" units="cm"/>
      <inkml:brushProperty name="color" value="#FFFFFF"/>
    </inkml:brush>
  </inkml:definitions>
  <inkml:trace contextRef="#ctx0" brushRef="#br0">2417 491 4915,'-509'0'5046,"501"0"-4958,1 1 0,0 0 0,-1 0 0,1 0 0,0 1 1,0 0-1,0 1 0,0-1 0,-7 5 0,-4 4 373,-31 23 0,1 0 197,47-34-641,1 1 0,-1-1 0,0 0 0,1 0 0,-1 1 0,1-1-1,-1 0 1,1 0 0,-1 1 0,1-1 0,-1 1 0,1-1 0,-1 0-1,1 1 1,0-1 0,-1 1 0,1-1 0,0 1 0,-1-1-1,1 1 1,0 0 0,0-1 0,-1 1 0,1-1 0,0 1 0,0-1-1,0 1 1,0 0 0,0 0 0,1 0 5,-1 0 0,1-1-1,0 1 1,0-1 0,0 1 0,0-1-1,0 1 1,0-1 0,0 0 0,0 0-1,0 1 1,0-1 0,0 0 0,0 0 0,1 0-1,57 0 443,-49 0-340,10-2 269,37-7-1,-37 5-113,-1 1 0,25-1 0,-28 3-71,0-1 1,0 0-1,0-1 0,-1-1 0,1-1 1,-1 0-1,21-11 0,-25 12-103,1 0 34,1 0 0,0 2 0,0-1 0,0 2 0,0 0 0,0 0 0,20 2 0,-22 0 2,1 0 0,-1-1 0,1-1 1,-1 0-1,1 0 0,-1-1 0,0-1 0,0 0 0,19-8 0,-23 8-70,17-10 391,-22 9-175,-16 3-25,-38 11 364,38-6-414,-1-1-1,-22 1 1,-54 5 547,-6 1-704,-395-9-55,233-2 0,244 0 0,0-1 0,-25-5 0,-27-3 0,-48 0 0,-25 0 0,-445 11 0,565-2 0,1-1 0,-23-5 0,-34-3 0,2 1 0,54 5 0,0 1 0,-21 0 0,12 1 0,26-2 0,18-2 0,47-8 0,-39 10 0,40-13 0,-46 12 0,0 0 0,21-2 0,2 0 0,77-13 0,-82 15 0,0 1 0,0 2 0,66 4 0,-21 0 0,1268-2 0,-1331 2 0,-1-1 0,31 8 0,-10-1 0,-12-3 0,42 16 0,-23-6 0,21 12 0,-50-19 0,1-1 0,27 8 0,-39-14 0,1 0 0,-1 1 0,0 0 0,-1 0 0,1 0 0,0 0 0,-1 1 0,1-1 0,-1 1 0,0 0 0,1 0 0,-2 0 0,1 0 0,0 1 0,3 5 0,-1-1 0,-1 1 0,0-1 0,0 1 0,-1 0 0,0 0 0,2 11 0,-4-18 0,-1 0 0,0 0 0,1 0 0,-1 0 0,0-1 0,0 1 0,0 0 0,0 0 0,0 0 0,0 0 0,-1 0 0,1-1 0,-1 1 0,1 0 0,-1 0 0,0-1 0,0 1 0,0 0 0,0-1 0,0 1 0,0-1 0,0 1 0,0-1 0,0 1 0,-1-1 0,1 0 0,-1 0 0,1 0 0,-1 0 0,1 0 0,-4 2 0,-4 0 0,1 0 0,-1 0 0,0-1 0,0-1 0,-13 2 0,-4 1 0,-18 1 0,0-1 0,0-3 0,-45-3 0,0-1 0,61 2 0,-41-7 0,-23-2 0,47 9 0,-152-10 0,122 2 0,6 1 0,-114-28 0,49 6 0,81 19 0,-74-24 0,111 31 0,-1 0 0,0 0 0,0 2 0,1 0 0,-32 1 0,32 2 0,-1-2 0,0 0 0,0 0 0,1-2 0,-31-8 0,4-3 0,-49-8 0,-31-10 0,101 24 0,0 2 0,0 0 0,0 2 0,-1 0 0,0 1 0,1 2 0,-44 2 0,64-1 0,-1 0 0,1 1 0,0-1 0,-1 1 0,1 0 0,0-1 0,0 1 0,0 0 0,0 1 0,-1-1 0,1 0 0,1 0 0,-1 1 0,0-1 0,0 1 0,0 0 0,1 0 0,-1-1 0,1 1 0,0 0 0,-1 0 0,1 0 0,0 1 0,0-1 0,0 0 0,-1 4 0,0 5 0,-1 1 0,1 0 0,1-1 0,0 18 0,1-19 0,0 0 0,-1 0 0,-3 16 0,-1-16 0,0 0 0,0 0 0,-1-1 0,0 0 0,-1 0 0,1-1 0,-2 0 0,-10 10 0,-10 11 0,26-26 2,2-3-24,5-6-4,1 1 0,0 0 1,-1 0-1,2 0 0,8-5 0,22-6 31,-14 6-1,0 0 1,49-12-1,2 2 4,-55 14-5,0 0 0,1 1 0,-1 2 0,26-3 0,66-3 13,131-28 0,-89 12 0,-143 23-15,299-57 28,-268 46-167,-1-2-1,0-1 1,-1-3 0,51-31 0,-35 14 80,-36 22 43,0 1 0,0 2 0,1 0 0,1 1 0,0 0 0,39-10 0,-37 13 37,0-1-1,-1 0 1,40-22 0,22-9 38,-24 13-111,-48 20 41,1-1-1,0 2 1,0 0 0,1 1-1,-1 0 1,1 1-1,0 0 1,17 0 0,-18 2 16,188 4 94,-192-2-94,0 1 1,0 0-1,0 0 0,-1 1 1,1 0-1,-1 0 0,1 1 1,7 5-1,-12-7-3,0 0 0,-1 0 0,1 1 0,-1-1 0,0 1 1,0 0-1,0 0 0,0 1 0,0-1 0,-1 0 0,1 1 0,-1-1 0,0 1 0,0 0 0,-1 0 0,1 0 1,-1 0-1,2 8 0,-1 17 16,-2 0 1,-1 0 0,-1-1 0,-11 50 0,6-37 0,6-35-16,0-1 0,0 1 0,-1-1 0,0 0 0,0 0 0,0 0 0,0 0 0,-1 0-1,0-1 1,0 1 0,0-1 0,0 1 0,-1-1 0,0 0 0,0 0 0,0-1 0,-6 5-1,2-4 3,1 0 0,-1 0 0,0 0 0,0-1-1,0-1 1,0 1 0,0-1 0,-1-1-1,1 1 1,-13-1 0,4 0-4</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31T23:52:07.341"/>
    </inkml:context>
    <inkml:brush xml:id="br0">
      <inkml:brushProperty name="width" value="0.35" units="cm"/>
      <inkml:brushProperty name="height" value="0.35" units="cm"/>
      <inkml:brushProperty name="color" value="#FFFFFF"/>
    </inkml:brush>
  </inkml:definitions>
  <inkml:trace contextRef="#ctx0" brushRef="#br0">0 71 4915,'154'10'1928,"7"0"-569,-138-10-1004,0 2 1,35 7 0,-41-6-162,29 2 507,0-2-1,79-4 0,-34-2 83,-64 3-468,-20 0-19,-20 0-6,-499 0 4395,509 0-4637,-1 1-1,1-1 1,-1 0 0,1 1-1,-1 0 1,1 0-1,-1 0 1,1 0-1,0 0 1,-1 1-1,1-1 1,0 1 0,0 0-1,0 0 1,0 0-1,1 1 1,-1-1-1,-4 6 1,-4 2 130,10-9-165,1-1 0,-1 1 0,1 0 0,-1-1 0,0 1 1,1 0-1,-1-1 0,0 1 0,0-1 0,1 1 0,-1-1 1,0 0-1,0 1 0,0-1 0,0 0 0,0 1 1,1-1-1,-1 0 0,0 0 0,0 0 0,0 0 0,0 0 1,0 0-1,0 0 0,0 0 0,1 0 0,-1 0 0,0-1 1,0 1-1,0 0 0,0 0 0,0-1 0,-1-1-25,1 1 0,0-1 0,0 0-1,-1 1 1,1-1 0,0 0 0,1 0 0,-1 0-1,0 0 1,1 0 0,-1 0 0,1 0-1,-1-3 1,0-3-75,0 0 0,1 0-1,0 0 1,0-1-1,1 1 1,2-14 0,-2 19 84,0 0 0,1 0 0,-1 1 0,1-1 1,-1 1-1,1-1 0,0 1 0,0 0 0,0-1 0,0 1 0,0 0 1,0 0-1,0 0 0,1 1 0,-1-1 0,1 1 0,0-1 1,-1 1-1,1 0 0,0 0 0,0 0 0,0 0 0,3 0 1,7-1 39,0 1 0,0 1 0,0 0 1,16 2-1,-19-1-8,1-1 1,-1 1-1,0-2 0,0 1 1,13-3-1,-14-2 40,-16 3-4,-17 1 25,10 6-44,1 1 1,-1 0 0,1 0-1,1 1 1,-1 1 0,1 0 0,0 1-1,-12 12 1,21-18-37,1-1 0,0 0 0,0 1-1,0-1 1,0 1 0,0 0 0,0 0 0,1 0 0,0-1-1,-1 1 1,1 1 0,0-1 0,0 0 0,1 0 0,-1 0-1,1 0 1,-1 1 0,1-1 0,0 0 0,0 1-1,1-1 1,-1 0 0,1 0 0,-1 0 0,1 1 0,0-1-1,0 0 1,1 0 0,-1 0 0,1 0 0,-1 0 0,1-1-1,0 1 1,0 0 0,0-1 0,0 0 0,0 1 0,1-1-1,-1 0 1,1 0 0,0 0 0,-1 0 0,1-1 0,0 1-1,0-1 1,0 0 0,0 1 0,0-1 0,5 0-1,21 3 75,0-2 0,0-2-1,31-2 1,8-1 73,-53 2-109,-1-1-1,0 0 1,0-1 0,0-1-1,17-6 1,24-6 113,-43 13-125,91-16 240,-50 10-130,-33 6-75,0 0-1,25-1 1,1030 5 1161,-1067-2-1232,-1 0 0,1 0 0,-1-1 0,1 1 0,-1-2 0,0 1 0,12-7 0,-11 6 0,0-1 0,0 1 0,0 1 0,0-1 0,17-1 0,58 2 0,-59 3 0,0-1 0,1-1 0,43-9 0,-35 5-1092</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31T23:52:26.945"/>
    </inkml:context>
    <inkml:brush xml:id="br0">
      <inkml:brushProperty name="width" value="0.35" units="cm"/>
      <inkml:brushProperty name="height" value="0.35" units="cm"/>
      <inkml:brushProperty name="color" value="#FFFFFF"/>
    </inkml:brush>
  </inkml:definitions>
  <inkml:trace contextRef="#ctx0" brushRef="#br0">80 133 4915,'36'-1'604,"0"-3"1,-1-1-1,63-17 1,-69 18-239,1 0 0,0 2 1,0 1-1,42 3 1,3 1 324,1194-3 11023,-1247 2-11533,-1 1 0,0 1 0,0 0 0,0 2 0,0 1 0,-1 0 0,21 12 0,5 0-262,-43-18 81,0 1 0,0-1 0,-1 1 0,1 0 0,0 0 0,-1 0 0,0 0 0,1 0 0,-1 1 0,0-1 0,0 1 0,0-1 0,0 1 0,-1 0 0,1-1 0,-1 1 0,0 0 0,1 0 0,-1 0 0,-1 0 0,1 1 0,0-1 0,-1 0 0,1 5 0,-1-4 0,0 0 0,0 0 0,0 1 0,-1-1 0,1 0 0,-1 0 0,0 1 0,-1-1 0,1 0 0,-1 0 0,1 0 0,-1 0 0,0-1 0,0 1 0,-1 0 0,1-1 0,-6 6 0,-3 1 0,1-1 0,-2 0 0,0 0 0,0-1 0,-18 9 0,22-13 0,0-1 0,0-1 0,0 1 0,-1-1 0,1-1 0,0 0 0,-1 0 0,1 0 0,-1-1 0,-14-2 0,19 1-27,0 0 1,0 0-1,0-1 0,0 0 1,0 0-1,1 0 0,-1 0 1,1 0-1,-1-1 1,1 1-1,0-1 0,-4-4 1,-23-16-54,26 21 56,0 0 1,1-1-1,-1 0 1,1 0 0,-1 0-1,1 0 1,0 0 0,0 0-1,1-1 1,-1 1-1,1-1 1,-1 0 0,1 0-1,-3-8 1,-7-13-287,8 19 314,0 1 0,0-1 0,0 1 0,-1 0-1,0 0 1,0 1 0,0-1 0,0 1-1,-1 0 1,0 1 0,1-1 0,-2 1 0,1 0-1,0 0 1,-10-2 0,-7-1 18,-1 2 1,0 0-1,-26 0 1,23 2 5,-40-8 0,27 1 4,-1 3 0,-62-3 1,-85 10 79,70 1-51,-429-2 252,532 0-297,0-2 0,-25-5-1,-26-3 28,45 8-17,-37-8 1,19 2-2,33 7-17,-1-1 0,0 1-1,1-2 1,-1 1 0,1-1-1,0 0 1,0 0 0,0-1 0,-10-7-1,1-3-46,0 1-1,-12-17 0,24 27 16,2 5 24,1 0 1,-1 0 0,0 1-1,1-1 1,-1 0 0,1 1-1,0-1 1,0 1 0,-1-1-1,2 0 1,-1 4 0,1 0-1,1 0 1,-1 0 0,1-1 0,1 1 0,-1 0 0,1-1 0,0 0-1,4 7 1,0-1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31T23:53:14.645"/>
    </inkml:context>
    <inkml:brush xml:id="br0">
      <inkml:brushProperty name="width" value="0.35" units="cm"/>
      <inkml:brushProperty name="height" value="0.35" units="cm"/>
      <inkml:brushProperty name="color" value="#FFFFFF"/>
    </inkml:brush>
  </inkml:definitions>
  <inkml:trace contextRef="#ctx0" brushRef="#br0">2362 185 22267,'-461'-185'0,"-1440"263"0,4263 29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31T23:53:26.596"/>
    </inkml:context>
    <inkml:brush xml:id="br0">
      <inkml:brushProperty name="width" value="0.35" units="cm"/>
      <inkml:brushProperty name="height" value="0.35" units="cm"/>
      <inkml:brushProperty name="color" value="#FFFFFF"/>
    </inkml:brush>
  </inkml:definitions>
  <inkml:trace contextRef="#ctx0" brushRef="#br0">2462 0 4915,'-412'0'4145,"400"1"-3993,-1 1 0,1 0 0,0 1 0,-1 0-1,1 1 1,0 0 0,-13 7 0,12-5 13,0-1 1,0 0-1,0-1 0,0-1 0,-26 4 0,-43 2 679,47-4-327,-43 0-1,58-6-313,7 0 140,26 3 25,43 6 230,-22-3 20,50 2 0,-33-4 286,99 18-1,-108-14-398,19 0 309,0-3-1,94-6 1,-45 0 199,-100 2-898,0-1 0,0 0 0,0-1 0,0 0 0,0 0 0,-1-1 0,14-5 0,-21 7-127,1 0 1,-1 0 0,1 0-1,-1-1 1,0 1-1,1 0 1,-1-1-1,0 0 1,0 1 0,0-1-1,0 0 1,-1 0-1,1 0 1,0 0 0,-1 0-1,0-1 1,1 1-1,-1 0 1,0-1 0,0 1-1,0-1 1,0 1-1,-1-1 1,1 1-1,-1-1 1,1 0 0,-1 1-1,0-1 1,0 0-1,0 1 1,-1-1 0,0-4-1,1 6 12,-1 0 0,1-1 0,0 1 0,-1 0-1,1 0 1,-1 0 0,0 0 0,1 0 0,-1 0 0,0 0-1,0 0 1,1 0 0,-1 0 0,0 0 0,0 0 0,0 0 0,0 1-1,0-1 1,0 0 0,0 1 0,-1-1 0,1 1 0,0-1-1,0 1 1,0 0 0,-1-1 0,1 1 0,0 0 0,0 0-1,-1 0 1,1 0 0,0 0 0,0 0 0,-1 0 0,1 0 0,-1 1-1,-8 1 8,1 1-1,1-1 0,-1 2 0,-10 4 0,-9 4 7,-31-6 12,51-6-20,-1 0-1,0 1 1,1 0 0,-1 0 0,0 1 0,1 0 0,-14 5 0,-17 12 20,-1-2 0,-1-2 0,0-2-1,-49 9 1,-199 12 79,242-29-74,-48 13 1,39-7-3,0-1 4,0-2 0,-76 1 1,97-7-6,-45 7 0,13-1 0,21-4-5,-224 12 72,236-16-97,24 1-12,-1 0 1,1-1 0,0 0 0,-1-1 0,1 0-1,0-1 1,0 0 0,0-1 0,0 0 0,0 0-1,0-1 1,-12-6 0,13 5 11,0 0 0,0 0 0,-1 1 0,0 0-1,0 1 1,0 0 0,0 1 0,0 0 0,-15-1 0,-14 2 14,-47 3 0,15 1-4,59-3-5,1 0 0,-1-1 0,0 0 0,1-1 0,0 0 0,-1-1 1,1 0-1,-19-8 0,10 3-5,18 8-10,-1-1-1,0 0 1,1 1 0,-1-1 0,0 0 0,1-1-1,-1 1 1,1 0 0,-1-1 0,1 1-1,0-1 1,0 0 0,0 0 0,0 0 0,0 0-1,0 0 1,0 0 0,1 0 0,-1 0-1,1-1 1,-1 1 0,1-1 0,0 1 0,0-1-1,-1-4 1,0-5-145,0 6 90,1 0 0,0-1 1,0 1-1,0-1 0,1 1 1,0 0-1,1-8 0,0 13 67,-1-1 0,1 0 0,0 1 0,-1-1 0,1 0 0,0 1 0,0-1-1,0 1 1,0 0 0,1-1 0,-1 1 0,0 0 0,0 0 0,1 0 0,-1 0 0,1 0-1,-1 0 1,1 0 0,-1 0 0,1 0 0,0 1 0,-1-1 0,1 1 0,0-1 0,0 1 0,-1 0-1,1-1 1,0 1 0,0 0 0,2 0 0,12-1 18,0 1-1,0 0 1,29 4-1,-45-4-15,0 0 0,-1 0-1,1 0 1,0 0-1,0 1 1,0-1 0,-1 0-1,1 0 1,0 0-1,0 0 1,0 0 0,0 1-1,-1-1 1,1 0-1,0 0 1,0 0 0,0 1-1,0-1 1,0 0-1,0 0 1,0 0 0,-1 1-1,1-1 1,0 0-1,0 0 1,0 0 0,0 1-1,0-1 1,0 0-1,0 0 1,0 1 0,0-1-1,0 0 1,0 0-1,0 0 1,1 1 0,-1-1-1,0 0 1,0 0-1,0 0 1,0 1 0,0-1-1,0 0 1,0 0-1,1 0 1,-1 1 0,0-1-1,0 0 1,0 0-1,0 0 1,1 0 0,-1 0-1,0 1 1,0-1-1,0 0 1,1 0-1,-1 0 1,0 0 0,0 0-1,0 0 1,1 0-1,-1 0 1,0 0 0,0 0-1,1 0 1,-1 0-1,0 0 1,-23 14 23,9-7-9,6 0-6,-1 0 7,1 0-1,-1 0 1,-12 17-1,-18 18 33,29-33-34,1 0 1,0 0-1,1 1 1,-8 13 0,10-13 3,-1 0 0,0-1 0,-10 12 0,16-20-18,0 0 0,-1 1 0,1-1 1,-1 0-1,1 0 0,-1 0 0,0 0 0,1 0 0,-1 0 1,0 0-1,0 0 0,-3 0 0,5-1-4,-1 0-1,0 0 0,0 0 1,0 0-1,0-1 0,0 1 1,1 0-1,-1 0 0,0-1 1,0 1-1,1-1 0,-1 1 1,0-1-1,0 1 0,1-1 1,-1 1-1,1-1 0,-1 1 1,0-1-1,1 0 0,-1 1 1,1-1-1,-1 0 0,1 0 1,0 1-1,-1-1 0,1 0 1,0 0-1,-1-1 0,0-2-47,0 0-1,0 0 0,1 0 1,-1 0-1,1 0 1,0-1-1,0 1 1,0 0-1,1 0 0,0 0 1,-1 0-1,1 0 1,3-6-1,25-55-543,-16 39 339,-11 20 225,1-1-1,0 1 0,1 1 0,-1-1 0,1 0 1,0 1-1,1 0 0,7-8 0,-9 11 44,1-1 1,0 1-1,0-1 0,0 1 0,0 1 0,0-1 1,1 0-1,-1 1 0,0 0 0,1 0 0,-1 0 1,1 1-1,7-1 0,244 4 371,-253-4-377,0 1 1,0 0-1,0 0 1,0 0 0,-1 1-1,1-1 1,0 1-1,0 0 1,0-1-1,0 1 1,0 1-1,0-1 1,-1 0-1,5 3 1,1 5-1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31T23:54:07.494"/>
    </inkml:context>
    <inkml:brush xml:id="br0">
      <inkml:brushProperty name="width" value="0.35" units="cm"/>
      <inkml:brushProperty name="height" value="0.35" units="cm"/>
      <inkml:brushProperty name="color" value="#FFFFFF"/>
    </inkml:brush>
  </inkml:definitions>
  <inkml:trace contextRef="#ctx0" brushRef="#br0">1 6 20275,'2366'0'0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31T23:54:37.581"/>
    </inkml:context>
    <inkml:brush xml:id="br0">
      <inkml:brushProperty name="width" value="0.35" units="cm"/>
      <inkml:brushProperty name="height" value="0.35" units="cm"/>
      <inkml:brushProperty name="color" value="#FFFFFF"/>
    </inkml:brush>
  </inkml:definitions>
  <inkml:trace contextRef="#ctx0" brushRef="#br0">1292 378 4915,'587'0'5767,"-566"1"-5334,42 8 0,17 1 398,15-9-120,-39-2-45,0 2-1,0 3 1,0 2 0,57 15-1,-97-18-449,-1-1 1,0 0-1,1-1 0,21-1 0,-665 1 5196,288-3-5386,208 3-26,-145-2 0,181-9 0,-21 0 0,22 0 0,65 5 0,-47 0 0,46 3 0,-1-1 0,-52-12 0,53 8 0,-1 2 0,-52-3 0,65 8 0,0-1 0,1-1 0,-1-1 0,0 0 0,1-2 0,0 0 0,-30-13 0,16 4 0,10 4 0,-1 1 0,0 0 0,0 2 0,-25-5 0,42 11-4,1 0 1,0-1-1,-1 0 0,1 0 1,0 0-1,0-1 1,0 1-1,1-1 0,-1-1 1,1 1-1,-1-1 0,1 1 1,0-1-1,-6-8 1,2 0-128,-1 0 1,2 0 0,-1-1 0,-7-18 0,12 24 43,1 0 1,0 0-1,0 0 0,0 0 1,1 0-1,0 0 0,0-1 1,1-8-1,0 14 80,0-1 0,0 1 0,1 0 0,-1 0 0,0 0 0,1 0 0,-1 0 0,1-1 0,0 1 0,0 0 0,0 0 0,0 0 0,0 1 0,0-1 0,0 0 0,1 0 0,-1 1 0,1-1 0,-1 0 0,1 1 0,0 0 0,-1-1 0,1 1 0,0 0 0,0 0 0,0 0 0,0 0 0,0 0 0,0 0 0,3 0 0,21-2 39,-1 1 0,0 1 0,44 5 0,3-1 33,1589-3 1426,-1626 2-1485,0 2 0,60 14-1,-25-4-4,-43-9-1,6 1 0,0-1 0,49 1 0,-39-7 0,51 2 0,-91-1 0,0 1 0,-1-1 0,1 1 0,0 0 0,0 0 0,0 0 0,0 1 0,-1-1 0,1 1 0,-1 0 0,1-1 0,3 4 0,3 3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31T23:53:41.269"/>
    </inkml:context>
    <inkml:brush xml:id="br0">
      <inkml:brushProperty name="width" value="0.35" units="cm"/>
      <inkml:brushProperty name="height" value="0.35" units="cm"/>
      <inkml:brushProperty name="color" value="#FFFFFF"/>
    </inkml:brush>
  </inkml:definitions>
  <inkml:trace contextRef="#ctx0" brushRef="#br0">28 1 14936,'19'55'0,"-66"-21"0,105-34 0,-40 55 0,0-110 0,40 54 0,-105-33 0,64-21 0,-63 90 0,-2-69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31T23:53:47.608"/>
    </inkml:context>
    <inkml:brush xml:id="br0">
      <inkml:brushProperty name="width" value="0.35" units="cm"/>
      <inkml:brushProperty name="height" value="0.35" units="cm"/>
      <inkml:brushProperty name="color" value="#FFFFFF"/>
    </inkml:brush>
  </inkml:definitions>
  <inkml:trace contextRef="#ctx0" brushRef="#br0">1 20 17891,'2285'-19'0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31T23:53:55.816"/>
    </inkml:context>
    <inkml:brush xml:id="br0">
      <inkml:brushProperty name="width" value="0.35" units="cm"/>
      <inkml:brushProperty name="height" value="0.35" units="cm"/>
      <inkml:brushProperty name="color" value="#FFFFFF"/>
    </inkml:brush>
  </inkml:definitions>
  <inkml:trace contextRef="#ctx0" brushRef="#br0">548 297 4915,'1681'0'15859,"-1669"1"-15703,0 1 0,1 0-1,-1 0 1,0 2-1,0-1 1,0 1 0,12 7-1,-11-5-24,-1-1 0,1 0 1,0-1-1,0-1 0,0 0 0,15 1 0,-8-2-131,-1 1 0,-1 2 0,1-1 0,35 15 0,-16-5 0,-32-12 0,7 2 0,0 1 0,-1 0 0,15 9 0,-26-14 0,1 1 0,0 0 0,0 0 0,-1 0 0,1 0 0,-1 0 0,1 1 0,-1-1 0,1 0 0,-1 1 0,0-1 0,1 1 0,-1-1 0,0 1 0,0 0 0,0 0 0,-1-1 0,1 1 0,0 0 0,-1 0 0,1 0 0,-1 0 0,1 0 0,-1-1 0,0 1 0,0 0 0,0 0 0,0 0 0,0 0 0,-1 3 0,0-3 0,0 0 0,-1 0 0,1 0 0,-1 0 0,1 0 0,-1 0 0,0-1 0,0 1 0,0-1 0,1 1 0,-1-1 0,-1 0 0,1 0 0,0 0 0,0 0 0,0 0 0,-1 0 0,-2 0 0,-51 10 0,41-8 0,-35 2 0,-1-1 0,-86-5 0,41-1 0,-817 2 0,795-11 0,8 1 0,44 8 0,-79-11 0,117 10 0,-51 1 0,60 3 0,1-1 0,-1 0 0,0-2 0,0 0 0,1-1 0,-27-9 0,-89-26 0,78 24 0,14 5 0,27 6 0,0-1 0,-1 0 0,-18-9 0,23 9 0,0 0 0,0 1 1,-14-3-1,20 6-12,-1-1 1,0 0 0,0 0-1,0-1 1,1 0-1,-1 0 1,1 0 0,-1-1-1,1 0 1,0 0 0,0 0-1,0 0 1,0-1-1,1 0 1,-1 0 0,-4-5-1,-6-11-220,0 2 0,-2 0 0,0 1 1,-22-15-1,17 8 202,20 20 27,-1 0 0,0 1 0,0-1 1,0 1-1,0 0 0,-1 0 0,1 0 1,-1 0-1,1 1 0,-1 0 0,0-1 1,0 1-1,-8-2 0,12 4 4,-1-1 0,1 1-1,0 0 1,0 0 0,0 0-1,-1 0 1,1 0-1,0 0 1,0 0 0,0 1-1,0-1 1,-1 0 0,1 0-1,0 0 1,0 0 0,0 0-1,0 0 1,-1 0 0,1 0-1,0 0 1,0 0 0,0 1-1,0-1 1,0 0 0,-1 0-1,1 0 1,0 0 0,0 0-1,0 1 1,0-1 0,0 0-1,0 0 1,0 0 0,0 0-1,0 1 1,-1-1 0,1 0-1,0 0 1,0 0 0,0 1-1,0-1 1,0 0 0,0 0-1,0 0 1,0 1 0,5 11 17,10 10 9,1-5-5,28 36 50,-38-45-60,0 0 0,1-1-1,0 0 1,10 7-1,18 18 38,46 53 65,-40-44-22,39 51-1,-69-75-88,-7-9 12,1-1 1,-1 0-1,1-1 0,12 12 1,-17-17-19,1 0-1,0-1 1,0 1 0,-1 0 0,1-1 0,0 1 0,0-1 0,0 1 0,0-1-1,0 1 1,0-1 0,0 0 0,0 0 0,0 1 0,0-1 0,0 0 0,0 0-1,0 0 1,0 0 0,0 0 0,0 0 0,0-1 0,0 1 0,0 0 0,0 0-1,0-1 1,0 1 0,0 0 0,0-1 0,0 1 0,0-1 0,0 0 0,-1 1 0,1-1-1,0 1 1,0-1 0,-1 0 0,1 0 0,0 0 0,-1 1 0,1-1 0,-1 0-1,1 0 1,-1 0 0,1 0 0,-1-1 0,32-54-753,16-24-169,-46 77 895,12-19-253,1 0 0,1 1 0,1 1 1,1 1-1,31-26 0,-7 10-212,-1-1 0,-3-2 0,0-2 0,62-89 0,-99 129 497,0-1-1,0 0 1,-1 0-1,1 1 0,0-1 1,-1 0-1,1 0 1,-1 0-1,1 1 1,-1-1-1,1 0 1,-1 0-1,0 0 1,1 0-1,-1 0 0,0 0 1,0 0-1,0 0 1,0 0-1,0 0 1,0 0-1,0 0 1,0 0-1,0 0 1,0 0-1,0 0 0,-1 0 1,1 0-1,0 0 1,-1 0-1,1 0 1,-1 1-1,1-1 1,-1 0-1,1 0 1,-1 0-1,1 0 0,-1 1 1,0-1-1,0 0 1,-1 0-1,0 0 14,-1 0 0,1 0 0,-1 0 1,0 1-1,1-1 0,-1 1 0,1 0 0,-1 0 0,0 0 0,1 0 0,-1 0 0,1 0 0,-1 1 0,0-1 0,-4 3 0,-44 23 236,44-22-215,-1 1-1,0-1 1,1 0 0,-1-1 0,-1 0-1,1 0 1,-12 2 0,-9-1 122,1 1 1,-1 2 0,-42 15-1,64-19-132,-16 6 151,-37 20-1,-65 29 406,95-44-411,0-1 0,-1-2 0,-1-1 0,1-2-1,-49 7 1,60-11-98,-35 8 148,52-11-205,1 0 0,-1 1 0,0-1 0,0 0 1,1 1-1,-1 0 0,1 0 0,0 0 1,-1 0-1,1 0 0,0 0 0,0 0 1,0 1-1,0-1 0,-1 5 0,-14 34 180,14-28-184</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31T23:54:23.663"/>
    </inkml:context>
    <inkml:brush xml:id="br0">
      <inkml:brushProperty name="width" value="0.35" units="cm"/>
      <inkml:brushProperty name="height" value="0.35" units="cm"/>
      <inkml:brushProperty name="color" value="#FFFFFF"/>
    </inkml:brush>
  </inkml:definitions>
  <inkml:trace contextRef="#ctx0" brushRef="#br0">5 197 4915,'1'8'147,"0"0"1,1 0-1,0-1 0,1 1 1,-1-1-1,1 1 0,1-1 1,4 8-1,11 26 298,-17-35-361,0 1 0,0-1 0,1 0 0,0 0 0,1 0 0,-1 0 0,8 9 0,-8-13-45,-1 1 0,1-1 0,0 0 1,0 0-1,0 0 0,1 0 0,-1 0 0,0-1 0,1 0 0,-1 0 0,1 0 0,-1 0 0,1 0 0,-1-1 0,1 1 0,4-1 0,187-1 1797,-74-1-788,-25 0-157,100 4 934,-169 2-1309,-1 1 0,48 15 0,-49-12-106,1-1 0,52 7 0,223-11 2245,-154-5-1315,498 2 1202,-626-2-2542,0-1 0,-1-1 0,1 0 0,-1-1 0,0-1 0,24-12 0,-37 15-47,-1 1-1,0-1 1,-1 0 0,1-1 0,0 1 0,-1 0-1,0-1 1,0 0 0,0 0 0,0 0-1,0 0 1,-1 0 0,0 0 0,0-1 0,0 1-1,0-1 1,-1 0 0,2-6 0,-1 3-10,1 0 1,0-1-1,1 1 1,0 1-1,5-9 1,-7 13 60,1 0 0,0 0 0,0 0 0,0 0 0,1 0 0,-1 0 0,0 1 0,1 0 0,0 0 0,0 0 0,-1 0 1,1 0-1,0 1 0,0-1 0,8 0 0,1 0 10,1 1-1,-1 1 1,23 1-1,-28-1-6,-8 1-7,0-1 1,0 0-1,0 0 1,1 0 0,-1 0-1,0 0 1,0 0-1,0 0 1,0 0-1,0 0 1,0 0 0,1 0-1,-1 0 1,0 0-1,0 0 1,0 0-1,0 0 1,0 0 0,0 0-1,1 0 1,-1-1-1,0 1 1,0 0-1,0 0 1,0 0 0,0 0-1,0 0 1,0 0-1,1 0 1,-1 0-1,0 0 1,0-1 0,0 1-1,0 0 1,0 0-1,0 0 1,0 0-1,0 0 1,0 0 0,0 0-1,0-1 1,0 1-1,0 0 1,0 0-1,0 0 1,0 0 0,0 0-1,0-1 1,0 1-1,-5-8 16,-11-7 3,7 12-11,-1 0-1,1 0 1,-1 1 0,1 0 0,-1 1-1,0 0 1,0 0 0,1 1-1,-19 2 1,15-2 4,0 1 1,0-1-1,0-1 0,-24-5 1,-27-8 76,-108-9 1,89 14-44,33 5 11,-79 4 0,-25-1 44,127-2-66,1-2 0,-51-17 0,47 13 10,-50-10-1,-99-2 75,103 13-68,-46-3 31,16 13-59,-90-4-24,59-17 1,94 14 0,-167-9 0,169 13 0,-40 2 0,74 0 0,-1 0 0,1 0 0,-1 1 0,1 0 0,-1 1 0,1-1 0,0 1 0,-8 5 0,-17 9 0,26-14 0,-1 1 0,0-1 0,1 1 0,0 0 0,0 1 0,-7 6 0,11-9 0,0 1 0,1-1 0,-1 1 0,0 0 0,1 0 0,-1 0 0,1 0 0,0 0 0,0 0 0,0 0 0,1 0 0,-1 0 0,1 0 0,0 1 0,-1-1 0,1 0 0,1 0 0,0 5 0,-1-6 0,0 1 0,1-1 0,0 0 0,-1 0 0,1 0 0,0 0 0,0 0 0,0 0 0,1 0 0,-1 0 0,0 0 0,1-1 0,-1 1 0,1-1 0,-1 1 0,1-1 0,0 1 0,0-1 0,-1 0 0,1 0 0,0 0 0,0 0 0,0 0 0,1 0 0,-1 0 0,0-1 0,0 1 0,0-1 0,0 1 0,4-1 0,9 1 0,0 0 0,0-1 0,24-2 0,-14 0 0,13 0 0,-15 0 0,1 2 0,41 3 0,-59 2 0,-12 2 0,-18 7 0,20-11 0,-116 70 0,108-67 0,-1 0 0,0-1 0,0-1 0,0 0 0,-1-1 0,1-1 0,-1 0 0,-20 0 0,18-4 0,16 2 0,0-1 0,0 1 0,0 0 0,0-1 0,0 1 0,0-1 0,0 1 0,0-1 0,0 1 0,1 0 0,-1-1 0,0 1 0,0-1 0,0 1 0,0-1 0,1 1 0,-1 0 0,0-1 0,0 1 0,1 0 0,-1-1 0,0 1 0,0 0 0,1-1 0,-1 1 0,0 0 0,1-1 0,-1 1 0,1 0 0,-1 0 0,1-1 0,14-11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EEE1"/>
          </a:solidFill>
        </p:spPr>
      </p:sp>
      <p:sp>
        <p:nvSpPr>
          <p:cNvPr id="3" name="Shape 1"/>
          <p:cNvSpPr/>
          <p:nvPr/>
        </p:nvSpPr>
        <p:spPr>
          <a:xfrm>
            <a:off x="0" y="0"/>
            <a:ext cx="9144000" cy="5143500"/>
          </a:xfrm>
          <a:prstGeom prst="rect">
            <a:avLst/>
          </a:prstGeom>
          <a:solidFill>
            <a:srgbClr val="FAFFFA"/>
          </a:solidFill>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2.jpe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3.png"/><Relationship Id="rId4" Type="http://schemas.openxmlformats.org/officeDocument/2006/relationships/customXml" Target="../ink/ink1.xml"/><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customXml" Target="../ink/ink4.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8" Type="http://schemas.openxmlformats.org/officeDocument/2006/relationships/customXml" Target="../ink/ink7.xml"/><Relationship Id="rId3" Type="http://schemas.openxmlformats.org/officeDocument/2006/relationships/image" Target="../media/image2.jpe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customXml" Target="../ink/ink6.xml"/><Relationship Id="rId5" Type="http://schemas.openxmlformats.org/officeDocument/2006/relationships/image" Target="../media/image6.png"/><Relationship Id="rId4" Type="http://schemas.openxmlformats.org/officeDocument/2006/relationships/customXml" Target="../ink/ink5.xml"/><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customXml" Target="../ink/ink9.xml"/><Relationship Id="rId3" Type="http://schemas.openxmlformats.org/officeDocument/2006/relationships/image" Target="../media/image4.sv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customXml" Target="../ink/ink8.xml"/><Relationship Id="rId5" Type="http://schemas.openxmlformats.org/officeDocument/2006/relationships/image" Target="../media/image2.jpeg"/><Relationship Id="rId4" Type="http://schemas.openxmlformats.org/officeDocument/2006/relationships/image" Target="../media/image9.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customXml" Target="../ink/ink10.xml"/></Relationships>
</file>

<file path=ppt/slides/_rels/slide6.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6.png"/><Relationship Id="rId3" Type="http://schemas.openxmlformats.org/officeDocument/2006/relationships/image" Target="../media/image10.svg"/><Relationship Id="rId7" Type="http://schemas.openxmlformats.org/officeDocument/2006/relationships/image" Target="../media/image14.svg"/><Relationship Id="rId12" Type="http://schemas.openxmlformats.org/officeDocument/2006/relationships/customXml" Target="../ink/ink1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3.svg"/><Relationship Id="rId11" Type="http://schemas.openxmlformats.org/officeDocument/2006/relationships/image" Target="../media/image25.png"/><Relationship Id="rId5" Type="http://schemas.openxmlformats.org/officeDocument/2006/relationships/image" Target="../media/image12.svg"/><Relationship Id="rId10" Type="http://schemas.openxmlformats.org/officeDocument/2006/relationships/customXml" Target="../ink/ink11.xml"/><Relationship Id="rId4" Type="http://schemas.openxmlformats.org/officeDocument/2006/relationships/image" Target="../media/image11.svg"/><Relationship Id="rId9" Type="http://schemas.openxmlformats.org/officeDocument/2006/relationships/image" Target="../media/image2.jpe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6.jpeg"/><Relationship Id="rId7" Type="http://schemas.openxmlformats.org/officeDocument/2006/relationships/customXml" Target="../ink/ink14.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customXml" Target="../ink/ink13.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7.svg"/><Relationship Id="rId7" Type="http://schemas.openxmlformats.org/officeDocument/2006/relationships/customXml" Target="../ink/ink15.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image" Target="../media/image19.svg"/><Relationship Id="rId10" Type="http://schemas.openxmlformats.org/officeDocument/2006/relationships/image" Target="../media/image31.png"/><Relationship Id="rId4" Type="http://schemas.openxmlformats.org/officeDocument/2006/relationships/image" Target="../media/image18.svg"/><Relationship Id="rId9" Type="http://schemas.openxmlformats.org/officeDocument/2006/relationships/customXml" Target="../ink/ink16.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customXml" Target="../ink/ink18.xml"/><Relationship Id="rId5" Type="http://schemas.openxmlformats.org/officeDocument/2006/relationships/image" Target="../media/image32.png"/><Relationship Id="rId4" Type="http://schemas.openxmlformats.org/officeDocument/2006/relationships/customXml" Target="../ink/ink17.xml"/></Relationships>
</file>

<file path=ppt/slides/_rels/slide10.xml.rels><?xml version="1.0" encoding="UTF-8" standalone="yes"?>
<Relationships xmlns="http://schemas.openxmlformats.org/package/2006/relationships"><Relationship Id="rId8" Type="http://schemas.openxmlformats.org/officeDocument/2006/relationships/image" Target="../media/image25.svg"/><Relationship Id="rId13" Type="http://schemas.openxmlformats.org/officeDocument/2006/relationships/customXml" Target="../ink/ink20.xml"/><Relationship Id="rId3" Type="http://schemas.openxmlformats.org/officeDocument/2006/relationships/image" Target="../media/image20.svg"/><Relationship Id="rId7" Type="http://schemas.openxmlformats.org/officeDocument/2006/relationships/image" Target="../media/image24.svg"/><Relationship Id="rId12" Type="http://schemas.openxmlformats.org/officeDocument/2006/relationships/image" Target="../media/image41.png"/><Relationship Id="rId2" Type="http://schemas.openxmlformats.org/officeDocument/2006/relationships/notesSlide" Target="../notesSlides/notesSlide10.xml"/><Relationship Id="rId16"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23.svg"/><Relationship Id="rId11" Type="http://schemas.openxmlformats.org/officeDocument/2006/relationships/customXml" Target="../ink/ink19.xml"/><Relationship Id="rId5" Type="http://schemas.openxmlformats.org/officeDocument/2006/relationships/image" Target="../media/image22.svg"/><Relationship Id="rId15" Type="http://schemas.openxmlformats.org/officeDocument/2006/relationships/customXml" Target="../ink/ink21.xml"/><Relationship Id="rId10" Type="http://schemas.openxmlformats.org/officeDocument/2006/relationships/image" Target="../media/image2.jpeg"/><Relationship Id="rId4" Type="http://schemas.openxmlformats.org/officeDocument/2006/relationships/image" Target="../media/image21.svg"/><Relationship Id="rId9" Type="http://schemas.openxmlformats.org/officeDocument/2006/relationships/image" Target="../media/image26.svg"/><Relationship Id="rId14" Type="http://schemas.openxmlformats.org/officeDocument/2006/relationships/image" Target="../media/image42.png"/></Relationships>
</file>

<file path=ppt/slides/_rels/slide11.xml.rels><?xml version="1.0" encoding="UTF-8" standalone="yes"?>
<Relationships xmlns="http://schemas.openxmlformats.org/package/2006/relationships"><Relationship Id="rId3" Type="http://schemas.openxmlformats.org/officeDocument/2006/relationships/image" Target="../media/image27.jpeg"/><Relationship Id="rId7" Type="http://schemas.openxmlformats.org/officeDocument/2006/relationships/image" Target="../media/image4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customXml" Target="../ink/ink22.xml"/><Relationship Id="rId5" Type="http://schemas.openxmlformats.org/officeDocument/2006/relationships/image" Target="../media/image2.jpeg"/><Relationship Id="rId4" Type="http://schemas.openxmlformats.org/officeDocument/2006/relationships/image" Target="../media/image2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452661"/>
            <a:ext cx="8608963" cy="142056"/>
          </a:xfrm>
          <a:prstGeom prst="rect">
            <a:avLst/>
          </a:prstGeom>
          <a:noFill/>
        </p:spPr>
        <p:txBody>
          <a:bodyPr wrap="none" lIns="0" tIns="0" rIns="0" bIns="0" rtlCol="0" anchor="t"/>
          <a:lstStyle/>
          <a:p>
            <a:pPr marL="0" indent="0" algn="l">
              <a:lnSpc>
                <a:spcPct val="120000"/>
              </a:lnSpc>
              <a:buNone/>
            </a:pP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                                                                                                                                                                              </a:t>
            </a:r>
            <a:endParaRPr lang="en-US" sz="750" dirty="0"/>
          </a:p>
        </p:txBody>
      </p:sp>
      <p:pic>
        <p:nvPicPr>
          <p:cNvPr id="3" name="Image 0" descr="preencoded.png"/>
          <p:cNvPicPr>
            <a:picLocks noChangeAspect="1"/>
          </p:cNvPicPr>
          <p:nvPr/>
        </p:nvPicPr>
        <p:blipFill>
          <a:blip r:embed="rId3"/>
          <a:stretch>
            <a:fillRect/>
          </a:stretch>
        </p:blipFill>
        <p:spPr>
          <a:xfrm>
            <a:off x="7074719" y="10"/>
            <a:ext cx="2069604" cy="982266"/>
          </a:xfrm>
          <a:prstGeom prst="rect">
            <a:avLst/>
          </a:prstGeom>
        </p:spPr>
      </p:pic>
      <p:sp>
        <p:nvSpPr>
          <p:cNvPr id="4" name="Text 1"/>
          <p:cNvSpPr/>
          <p:nvPr/>
        </p:nvSpPr>
        <p:spPr>
          <a:xfrm>
            <a:off x="297815" y="364490"/>
            <a:ext cx="6814185" cy="617855"/>
          </a:xfrm>
          <a:prstGeom prst="rect">
            <a:avLst/>
          </a:prstGeom>
          <a:noFill/>
        </p:spPr>
        <p:txBody>
          <a:bodyPr wrap="square" lIns="0" tIns="0" rIns="0" bIns="0" rtlCol="0" anchor="t">
            <a:normAutofit/>
          </a:bodyPr>
          <a:lstStyle/>
          <a:p>
            <a:pPr marL="0" indent="0" algn="ctr">
              <a:lnSpc>
                <a:spcPct val="104000"/>
              </a:lnSpc>
              <a:buNone/>
            </a:pPr>
            <a:r>
              <a:rPr lang="en-US" sz="1900" dirty="0">
                <a:solidFill>
                  <a:srgbClr val="3B4540"/>
                </a:solidFill>
                <a:latin typeface="Fraunces ExtraBold" pitchFamily="34" charset="0"/>
                <a:ea typeface="Fraunces ExtraBold" pitchFamily="34" charset="-122"/>
                <a:cs typeface="Fraunces ExtraBold" pitchFamily="34" charset="-120"/>
              </a:rPr>
              <a:t>AI-Driven Smart Healthcare Data Exchange and Analytics Ecosystem</a:t>
            </a:r>
            <a:endParaRPr lang="en-US" sz="1900" dirty="0"/>
          </a:p>
        </p:txBody>
      </p:sp>
      <p:sp>
        <p:nvSpPr>
          <p:cNvPr id="5" name="Text 2"/>
          <p:cNvSpPr/>
          <p:nvPr/>
        </p:nvSpPr>
        <p:spPr>
          <a:xfrm>
            <a:off x="-200476" y="1308566"/>
            <a:ext cx="8608963" cy="142056"/>
          </a:xfrm>
          <a:prstGeom prst="rect">
            <a:avLst/>
          </a:prstGeom>
          <a:noFill/>
        </p:spPr>
        <p:txBody>
          <a:bodyPr wrap="none" lIns="0" tIns="0" rIns="0" bIns="0" rtlCol="0" anchor="t"/>
          <a:lstStyle/>
          <a:p>
            <a:pPr marL="0" indent="0" algn="ctr">
              <a:lnSpc>
                <a:spcPct val="120000"/>
              </a:lnSpc>
              <a:buNone/>
            </a:pP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Review – I Presentation</a:t>
            </a:r>
            <a:endParaRPr lang="en-US" sz="750" dirty="0"/>
          </a:p>
        </p:txBody>
      </p:sp>
      <p:sp>
        <p:nvSpPr>
          <p:cNvPr id="6" name="Shape 3"/>
          <p:cNvSpPr/>
          <p:nvPr/>
        </p:nvSpPr>
        <p:spPr>
          <a:xfrm>
            <a:off x="649789" y="1819151"/>
            <a:ext cx="8151763" cy="14288"/>
          </a:xfrm>
          <a:prstGeom prst="roundRect">
            <a:avLst>
              <a:gd name="adj" fmla="val 49998"/>
            </a:avLst>
          </a:prstGeom>
          <a:solidFill>
            <a:srgbClr val="405449">
              <a:alpha val="50000"/>
            </a:srgbClr>
          </a:solidFill>
        </p:spPr>
      </p:sp>
      <p:sp>
        <p:nvSpPr>
          <p:cNvPr id="7" name="Text 4"/>
          <p:cNvSpPr/>
          <p:nvPr/>
        </p:nvSpPr>
        <p:spPr>
          <a:xfrm>
            <a:off x="496119" y="2981102"/>
            <a:ext cx="3955331" cy="185365"/>
          </a:xfrm>
          <a:prstGeom prst="rect">
            <a:avLst/>
          </a:prstGeom>
          <a:noFill/>
        </p:spPr>
        <p:txBody>
          <a:bodyPr wrap="none" lIns="0" tIns="0" rIns="0" bIns="0" rtlCol="0" anchor="t"/>
          <a:lstStyle/>
          <a:p>
            <a:pPr marL="0" indent="0" algn="l">
              <a:lnSpc>
                <a:spcPct val="104000"/>
              </a:lnSpc>
              <a:buNone/>
            </a:pPr>
            <a:r>
              <a:rPr lang="en-US" sz="1150" dirty="0">
                <a:solidFill>
                  <a:srgbClr val="3B4540"/>
                </a:solidFill>
                <a:latin typeface="Fraunces ExtraBold" pitchFamily="34" charset="0"/>
                <a:ea typeface="Fraunces ExtraBold" pitchFamily="34" charset="-122"/>
                <a:cs typeface="Fraunces ExtraBold" pitchFamily="34" charset="-120"/>
              </a:rPr>
              <a:t>Presented By</a:t>
            </a:r>
            <a:endParaRPr lang="en-US" sz="1150" dirty="0"/>
          </a:p>
        </p:txBody>
      </p:sp>
      <p:sp>
        <p:nvSpPr>
          <p:cNvPr id="8" name="Text 5"/>
          <p:cNvSpPr/>
          <p:nvPr/>
        </p:nvSpPr>
        <p:spPr>
          <a:xfrm>
            <a:off x="496119" y="3245197"/>
            <a:ext cx="3955331" cy="354955"/>
          </a:xfrm>
          <a:prstGeom prst="rect">
            <a:avLst/>
          </a:prstGeom>
          <a:noFill/>
        </p:spPr>
        <p:txBody>
          <a:bodyPr wrap="square" lIns="0" tIns="0" rIns="0" bIns="0" rtlCol="0" anchor="t"/>
          <a:lstStyle/>
          <a:p>
            <a:pPr marL="0" indent="0" algn="l">
              <a:lnSpc>
                <a:spcPct val="120000"/>
              </a:lnSpc>
              <a:spcAft>
                <a:spcPts val="550"/>
              </a:spcAft>
              <a:buNone/>
            </a:pPr>
            <a:r>
              <a:rPr lang="en-US" sz="750" b="1" dirty="0">
                <a:solidFill>
                  <a:srgbClr val="405449"/>
                </a:solidFill>
                <a:latin typeface="Nobile Bold" panose="02000503050000020004" pitchFamily="34" charset="0"/>
                <a:ea typeface="Nobile Bold" panose="02000503050000020004" pitchFamily="34" charset="-122"/>
                <a:cs typeface="Nobile Bold" panose="02000503050000020004" pitchFamily="34" charset="-120"/>
              </a:rPr>
              <a:t>Group Number:</a:t>
            </a: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 15</a:t>
            </a:r>
            <a:endParaRPr lang="en-US" sz="750" dirty="0"/>
          </a:p>
          <a:p>
            <a:pPr marL="0" indent="0" algn="l">
              <a:lnSpc>
                <a:spcPct val="120000"/>
              </a:lnSpc>
              <a:buNone/>
            </a:pPr>
            <a:r>
              <a:rPr lang="en-US" sz="750" b="1" dirty="0">
                <a:solidFill>
                  <a:srgbClr val="405449"/>
                </a:solidFill>
                <a:latin typeface="Nobile Bold" panose="02000503050000020004" pitchFamily="34" charset="0"/>
                <a:ea typeface="Nobile Bold" panose="02000503050000020004" pitchFamily="34" charset="-122"/>
                <a:cs typeface="Nobile Bold" panose="02000503050000020004" pitchFamily="34" charset="-120"/>
              </a:rPr>
              <a:t>Team Members:</a:t>
            </a:r>
            <a:endParaRPr lang="en-US" sz="750" dirty="0"/>
          </a:p>
        </p:txBody>
      </p:sp>
      <p:sp>
        <p:nvSpPr>
          <p:cNvPr id="9" name="Text 6"/>
          <p:cNvSpPr/>
          <p:nvPr/>
        </p:nvSpPr>
        <p:spPr>
          <a:xfrm>
            <a:off x="595015" y="3740721"/>
            <a:ext cx="2237184" cy="142056"/>
          </a:xfrm>
          <a:prstGeom prst="rect">
            <a:avLst/>
          </a:prstGeom>
          <a:noFill/>
        </p:spPr>
        <p:txBody>
          <a:bodyPr wrap="none" lIns="0" tIns="0" rIns="0" bIns="0" rtlCol="0" anchor="t"/>
          <a:lstStyle/>
          <a:p>
            <a:pPr marL="0" indent="0" algn="l">
              <a:lnSpc>
                <a:spcPct val="120000"/>
              </a:lnSpc>
              <a:buNone/>
            </a:pP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Vadla Vishal</a:t>
            </a:r>
            <a:endParaRPr lang="en-US" sz="750" dirty="0"/>
          </a:p>
        </p:txBody>
      </p:sp>
      <p:sp>
        <p:nvSpPr>
          <p:cNvPr id="10" name="Text 7"/>
          <p:cNvSpPr/>
          <p:nvPr/>
        </p:nvSpPr>
        <p:spPr>
          <a:xfrm>
            <a:off x="2572643" y="3740721"/>
            <a:ext cx="2237184" cy="142056"/>
          </a:xfrm>
          <a:prstGeom prst="rect">
            <a:avLst/>
          </a:prstGeom>
          <a:noFill/>
        </p:spPr>
        <p:txBody>
          <a:bodyPr wrap="none" lIns="0" tIns="0" rIns="0" bIns="0" rtlCol="0" anchor="t"/>
          <a:lstStyle/>
          <a:p>
            <a:pPr marL="0" indent="0" algn="l">
              <a:lnSpc>
                <a:spcPct val="120000"/>
              </a:lnSpc>
              <a:buNone/>
            </a:pP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2510080031</a:t>
            </a:r>
            <a:endParaRPr lang="en-US" sz="750" dirty="0"/>
          </a:p>
        </p:txBody>
      </p:sp>
      <p:sp>
        <p:nvSpPr>
          <p:cNvPr id="11" name="Text 8"/>
          <p:cNvSpPr/>
          <p:nvPr/>
        </p:nvSpPr>
        <p:spPr>
          <a:xfrm>
            <a:off x="595015" y="3986808"/>
            <a:ext cx="2237184" cy="142056"/>
          </a:xfrm>
          <a:prstGeom prst="rect">
            <a:avLst/>
          </a:prstGeom>
          <a:noFill/>
        </p:spPr>
        <p:txBody>
          <a:bodyPr wrap="none" lIns="0" tIns="0" rIns="0" bIns="0" rtlCol="0" anchor="t"/>
          <a:lstStyle/>
          <a:p>
            <a:pPr marL="0" indent="0" algn="l">
              <a:lnSpc>
                <a:spcPct val="120000"/>
              </a:lnSpc>
              <a:buNone/>
            </a:pP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Singam Tejaswini</a:t>
            </a:r>
            <a:endParaRPr lang="en-US" sz="750" dirty="0"/>
          </a:p>
        </p:txBody>
      </p:sp>
      <p:sp>
        <p:nvSpPr>
          <p:cNvPr id="12" name="Text 9"/>
          <p:cNvSpPr/>
          <p:nvPr/>
        </p:nvSpPr>
        <p:spPr>
          <a:xfrm>
            <a:off x="2572643" y="3986808"/>
            <a:ext cx="2237184" cy="142056"/>
          </a:xfrm>
          <a:prstGeom prst="rect">
            <a:avLst/>
          </a:prstGeom>
          <a:noFill/>
        </p:spPr>
        <p:txBody>
          <a:bodyPr wrap="none" lIns="0" tIns="0" rIns="0" bIns="0" rtlCol="0" anchor="t"/>
          <a:lstStyle/>
          <a:p>
            <a:pPr marL="0" indent="0" algn="l">
              <a:lnSpc>
                <a:spcPct val="120000"/>
              </a:lnSpc>
              <a:buNone/>
            </a:pP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2510080049</a:t>
            </a:r>
            <a:endParaRPr lang="en-US" sz="750" dirty="0"/>
          </a:p>
        </p:txBody>
      </p:sp>
      <p:sp>
        <p:nvSpPr>
          <p:cNvPr id="13" name="Text 10"/>
          <p:cNvSpPr/>
          <p:nvPr/>
        </p:nvSpPr>
        <p:spPr>
          <a:xfrm>
            <a:off x="595015" y="4232895"/>
            <a:ext cx="2237184" cy="142056"/>
          </a:xfrm>
          <a:prstGeom prst="rect">
            <a:avLst/>
          </a:prstGeom>
          <a:noFill/>
        </p:spPr>
        <p:txBody>
          <a:bodyPr wrap="none" lIns="0" tIns="0" rIns="0" bIns="0" rtlCol="0" anchor="t"/>
          <a:lstStyle/>
          <a:p>
            <a:pPr marL="0" indent="0" algn="l">
              <a:lnSpc>
                <a:spcPct val="120000"/>
              </a:lnSpc>
              <a:buNone/>
            </a:pP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Sirisha</a:t>
            </a:r>
            <a:endParaRPr lang="en-US" sz="750" dirty="0"/>
          </a:p>
        </p:txBody>
      </p:sp>
      <p:sp>
        <p:nvSpPr>
          <p:cNvPr id="14" name="Text 11"/>
          <p:cNvSpPr/>
          <p:nvPr/>
        </p:nvSpPr>
        <p:spPr>
          <a:xfrm>
            <a:off x="2572643" y="4232895"/>
            <a:ext cx="2237184" cy="142056"/>
          </a:xfrm>
          <a:prstGeom prst="rect">
            <a:avLst/>
          </a:prstGeom>
          <a:noFill/>
        </p:spPr>
        <p:txBody>
          <a:bodyPr wrap="none" lIns="0" tIns="0" rIns="0" bIns="0" rtlCol="0" anchor="t"/>
          <a:lstStyle/>
          <a:p>
            <a:pPr marL="0" indent="0" algn="l">
              <a:lnSpc>
                <a:spcPct val="120000"/>
              </a:lnSpc>
              <a:buNone/>
            </a:pP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2510080017</a:t>
            </a:r>
            <a:endParaRPr lang="en-US" sz="750" dirty="0"/>
          </a:p>
        </p:txBody>
      </p:sp>
      <p:sp>
        <p:nvSpPr>
          <p:cNvPr id="15" name="Text 12"/>
          <p:cNvSpPr/>
          <p:nvPr/>
        </p:nvSpPr>
        <p:spPr>
          <a:xfrm>
            <a:off x="595015" y="4478982"/>
            <a:ext cx="2237184" cy="142056"/>
          </a:xfrm>
          <a:prstGeom prst="rect">
            <a:avLst/>
          </a:prstGeom>
          <a:noFill/>
        </p:spPr>
        <p:txBody>
          <a:bodyPr wrap="none" lIns="0" tIns="0" rIns="0" bIns="0" rtlCol="0" anchor="t"/>
          <a:lstStyle/>
          <a:p>
            <a:pPr marL="0" indent="0" algn="l">
              <a:lnSpc>
                <a:spcPct val="120000"/>
              </a:lnSpc>
              <a:buNone/>
            </a:pP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Krishna Vamshi</a:t>
            </a:r>
            <a:endParaRPr lang="en-US" sz="750" dirty="0"/>
          </a:p>
        </p:txBody>
      </p:sp>
      <p:sp>
        <p:nvSpPr>
          <p:cNvPr id="16" name="Text 13"/>
          <p:cNvSpPr/>
          <p:nvPr/>
        </p:nvSpPr>
        <p:spPr>
          <a:xfrm>
            <a:off x="2572643" y="4478982"/>
            <a:ext cx="2237184" cy="142056"/>
          </a:xfrm>
          <a:prstGeom prst="rect">
            <a:avLst/>
          </a:prstGeom>
          <a:noFill/>
        </p:spPr>
        <p:txBody>
          <a:bodyPr wrap="none" lIns="0" tIns="0" rIns="0" bIns="0" rtlCol="0" anchor="t"/>
          <a:lstStyle/>
          <a:p>
            <a:pPr marL="0" indent="0" algn="l">
              <a:lnSpc>
                <a:spcPct val="120000"/>
              </a:lnSpc>
              <a:buNone/>
            </a:pP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2510080034</a:t>
            </a:r>
            <a:endParaRPr lang="en-US" sz="750" dirty="0"/>
          </a:p>
        </p:txBody>
      </p:sp>
      <p:sp>
        <p:nvSpPr>
          <p:cNvPr id="17" name="Text 14"/>
          <p:cNvSpPr/>
          <p:nvPr/>
        </p:nvSpPr>
        <p:spPr>
          <a:xfrm>
            <a:off x="4697313" y="2981102"/>
            <a:ext cx="3955331" cy="185365"/>
          </a:xfrm>
          <a:prstGeom prst="rect">
            <a:avLst/>
          </a:prstGeom>
          <a:noFill/>
        </p:spPr>
        <p:txBody>
          <a:bodyPr wrap="none" lIns="0" tIns="0" rIns="0" bIns="0" rtlCol="0" anchor="t"/>
          <a:lstStyle/>
          <a:p>
            <a:pPr marL="0" indent="0" algn="l">
              <a:lnSpc>
                <a:spcPct val="104000"/>
              </a:lnSpc>
              <a:buNone/>
            </a:pPr>
            <a:r>
              <a:rPr lang="en-US" sz="1150" dirty="0">
                <a:solidFill>
                  <a:srgbClr val="3B4540"/>
                </a:solidFill>
                <a:latin typeface="Fraunces ExtraBold" pitchFamily="34" charset="0"/>
                <a:ea typeface="Fraunces ExtraBold" pitchFamily="34" charset="-122"/>
                <a:cs typeface="Fraunces ExtraBold" pitchFamily="34" charset="-120"/>
              </a:rPr>
              <a:t>Project Supervisor</a:t>
            </a:r>
            <a:endParaRPr lang="en-US" sz="1150" dirty="0"/>
          </a:p>
        </p:txBody>
      </p:sp>
      <p:sp>
        <p:nvSpPr>
          <p:cNvPr id="18" name="Text 15"/>
          <p:cNvSpPr/>
          <p:nvPr/>
        </p:nvSpPr>
        <p:spPr>
          <a:xfrm>
            <a:off x="4697313" y="3245197"/>
            <a:ext cx="4412531" cy="142056"/>
          </a:xfrm>
          <a:prstGeom prst="rect">
            <a:avLst/>
          </a:prstGeom>
          <a:noFill/>
        </p:spPr>
        <p:txBody>
          <a:bodyPr wrap="none" lIns="0" tIns="0" rIns="0" bIns="0" rtlCol="0" anchor="t"/>
          <a:lstStyle/>
          <a:p>
            <a:pPr marL="0" indent="0" algn="l">
              <a:lnSpc>
                <a:spcPct val="120000"/>
              </a:lnSpc>
              <a:buNone/>
            </a:pP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Dr.Laiphangbam Melinda</a:t>
            </a:r>
            <a:endParaRPr lang="en-US" sz="750" dirty="0"/>
          </a:p>
        </p:txBody>
      </p:sp>
      <p:sp>
        <p:nvSpPr>
          <p:cNvPr id="19" name="Text 16"/>
          <p:cNvSpPr/>
          <p:nvPr/>
        </p:nvSpPr>
        <p:spPr>
          <a:xfrm>
            <a:off x="4697313" y="3465984"/>
            <a:ext cx="3955331" cy="185365"/>
          </a:xfrm>
          <a:prstGeom prst="rect">
            <a:avLst/>
          </a:prstGeom>
          <a:noFill/>
        </p:spPr>
        <p:txBody>
          <a:bodyPr wrap="none" lIns="0" tIns="0" rIns="0" bIns="0" rtlCol="0" anchor="t"/>
          <a:lstStyle/>
          <a:p>
            <a:pPr marL="0" indent="0" algn="l">
              <a:lnSpc>
                <a:spcPct val="104000"/>
              </a:lnSpc>
              <a:buNone/>
            </a:pPr>
            <a:r>
              <a:rPr lang="en-US" sz="1150" dirty="0">
                <a:solidFill>
                  <a:srgbClr val="3B4540"/>
                </a:solidFill>
                <a:latin typeface="Fraunces ExtraBold" pitchFamily="34" charset="0"/>
                <a:ea typeface="Fraunces ExtraBold" pitchFamily="34" charset="-122"/>
                <a:cs typeface="Fraunces ExtraBold" pitchFamily="34" charset="-120"/>
              </a:rPr>
              <a:t>Academic Details</a:t>
            </a:r>
            <a:endParaRPr lang="en-US" sz="1150" dirty="0"/>
          </a:p>
        </p:txBody>
      </p:sp>
      <p:sp>
        <p:nvSpPr>
          <p:cNvPr id="20" name="Text 17"/>
          <p:cNvSpPr/>
          <p:nvPr/>
        </p:nvSpPr>
        <p:spPr>
          <a:xfrm>
            <a:off x="4697313" y="3730079"/>
            <a:ext cx="3955331" cy="780752"/>
          </a:xfrm>
          <a:prstGeom prst="rect">
            <a:avLst/>
          </a:prstGeom>
          <a:noFill/>
        </p:spPr>
        <p:txBody>
          <a:bodyPr wrap="square" lIns="0" tIns="0" rIns="0" bIns="0" rtlCol="0" anchor="t"/>
          <a:lstStyle/>
          <a:p>
            <a:pPr marL="0" indent="0" algn="l">
              <a:lnSpc>
                <a:spcPct val="120000"/>
              </a:lnSpc>
              <a:spcAft>
                <a:spcPts val="550"/>
              </a:spcAft>
              <a:buNone/>
            </a:pPr>
            <a:r>
              <a:rPr lang="en-US" sz="750" b="1" dirty="0">
                <a:solidFill>
                  <a:srgbClr val="405449"/>
                </a:solidFill>
                <a:latin typeface="Nobile Bold" panose="02000503050000020004" pitchFamily="34" charset="0"/>
                <a:ea typeface="Nobile Bold" panose="02000503050000020004" pitchFamily="34" charset="-122"/>
                <a:cs typeface="Nobile Bold" panose="02000503050000020004" pitchFamily="34" charset="-120"/>
              </a:rPr>
              <a:t>Course / Subject:</a:t>
            </a: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 DSE &amp;DBD</a:t>
            </a:r>
            <a:endParaRPr lang="en-US" sz="750" dirty="0"/>
          </a:p>
          <a:p>
            <a:pPr marL="0" indent="0" algn="l">
              <a:lnSpc>
                <a:spcPct val="120000"/>
              </a:lnSpc>
              <a:spcAft>
                <a:spcPts val="550"/>
              </a:spcAft>
              <a:buNone/>
            </a:pPr>
            <a:r>
              <a:rPr lang="en-US" sz="750" b="1" dirty="0">
                <a:solidFill>
                  <a:srgbClr val="405449"/>
                </a:solidFill>
                <a:latin typeface="Nobile Bold" panose="02000503050000020004" pitchFamily="34" charset="0"/>
                <a:ea typeface="Nobile Bold" panose="02000503050000020004" pitchFamily="34" charset="-122"/>
                <a:cs typeface="Nobile Bold" panose="02000503050000020004" pitchFamily="34" charset="-120"/>
              </a:rPr>
              <a:t>Department:</a:t>
            </a: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 Artificial Intelligence &amp; Data Science</a:t>
            </a:r>
            <a:endParaRPr lang="en-US" sz="750" dirty="0"/>
          </a:p>
          <a:p>
            <a:pPr marL="0" indent="0" algn="l">
              <a:lnSpc>
                <a:spcPct val="120000"/>
              </a:lnSpc>
              <a:spcAft>
                <a:spcPts val="550"/>
              </a:spcAft>
              <a:buNone/>
            </a:pPr>
            <a:r>
              <a:rPr lang="en-US" sz="750" b="1" dirty="0">
                <a:solidFill>
                  <a:srgbClr val="405449"/>
                </a:solidFill>
                <a:latin typeface="Nobile Bold" panose="02000503050000020004" pitchFamily="34" charset="0"/>
                <a:ea typeface="Nobile Bold" panose="02000503050000020004" pitchFamily="34" charset="-122"/>
                <a:cs typeface="Nobile Bold" panose="02000503050000020004" pitchFamily="34" charset="-120"/>
              </a:rPr>
              <a:t>Institution:</a:t>
            </a: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 K L University, Hyderabad</a:t>
            </a:r>
            <a:endParaRPr lang="en-US" sz="750" dirty="0"/>
          </a:p>
          <a:p>
            <a:pPr marL="0" indent="0" algn="l">
              <a:lnSpc>
                <a:spcPct val="120000"/>
              </a:lnSpc>
              <a:buNone/>
            </a:pPr>
            <a:r>
              <a:rPr lang="en-US" sz="750" b="1" dirty="0">
                <a:solidFill>
                  <a:srgbClr val="405449"/>
                </a:solidFill>
                <a:latin typeface="Nobile Bold" panose="02000503050000020004" pitchFamily="34" charset="0"/>
                <a:ea typeface="Nobile Bold" panose="02000503050000020004" pitchFamily="34" charset="-122"/>
                <a:cs typeface="Nobile Bold" panose="02000503050000020004" pitchFamily="34" charset="-120"/>
              </a:rPr>
              <a:t>Academic Year:</a:t>
            </a: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 2026–27</a:t>
            </a:r>
            <a:endParaRPr lang="en-US" sz="750" dirty="0"/>
          </a:p>
        </p:txBody>
      </p:sp>
      <mc:AlternateContent xmlns:mc="http://schemas.openxmlformats.org/markup-compatibility/2006" xmlns:p14="http://schemas.microsoft.com/office/powerpoint/2010/main">
        <mc:Choice Requires="p14">
          <p:contentPart p14:bwMode="auto" r:id="rId4">
            <p14:nvContentPartPr>
              <p14:cNvPr id="22" name="Ink 21">
                <a:extLst>
                  <a:ext uri="{FF2B5EF4-FFF2-40B4-BE49-F238E27FC236}">
                    <a16:creationId xmlns:a16="http://schemas.microsoft.com/office/drawing/2014/main" id="{24E7FFDC-F692-A605-5E9A-9939E6B1FF53}"/>
                  </a:ext>
                </a:extLst>
              </p14:cNvPr>
              <p14:cNvContentPartPr/>
              <p14:nvPr/>
            </p14:nvContentPartPr>
            <p14:xfrm rot="-9746756">
              <a:off x="8883368" y="4951441"/>
              <a:ext cx="92754" cy="6340"/>
            </p14:xfrm>
          </p:contentPart>
        </mc:Choice>
        <mc:Fallback xmlns="">
          <p:pic>
            <p:nvPicPr>
              <p:cNvPr id="22" name="Ink 21">
                <a:extLst>
                  <a:ext uri="{FF2B5EF4-FFF2-40B4-BE49-F238E27FC236}">
                    <a16:creationId xmlns:a16="http://schemas.microsoft.com/office/drawing/2014/main" id="{24E7FFDC-F692-A605-5E9A-9939E6B1FF53}"/>
                  </a:ext>
                </a:extLst>
              </p:cNvPr>
              <p:cNvPicPr/>
              <p:nvPr/>
            </p:nvPicPr>
            <p:blipFill>
              <a:blip r:embed="rId5"/>
              <a:stretch>
                <a:fillRect/>
              </a:stretch>
            </p:blipFill>
            <p:spPr>
              <a:xfrm rot="-9746756">
                <a:off x="8820453" y="4893046"/>
                <a:ext cx="218224" cy="122796"/>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4" name="Ink 23">
                <a:extLst>
                  <a:ext uri="{FF2B5EF4-FFF2-40B4-BE49-F238E27FC236}">
                    <a16:creationId xmlns:a16="http://schemas.microsoft.com/office/drawing/2014/main" id="{641669C5-BD26-D6DA-C243-654A8BACC9DD}"/>
                  </a:ext>
                </a:extLst>
              </p14:cNvPr>
              <p14:cNvContentPartPr/>
              <p14:nvPr/>
            </p14:nvContentPartPr>
            <p14:xfrm>
              <a:off x="7923857" y="4889895"/>
              <a:ext cx="932856" cy="123312"/>
            </p14:xfrm>
          </p:contentPart>
        </mc:Choice>
        <mc:Fallback xmlns="">
          <p:pic>
            <p:nvPicPr>
              <p:cNvPr id="24" name="Ink 23">
                <a:extLst>
                  <a:ext uri="{FF2B5EF4-FFF2-40B4-BE49-F238E27FC236}">
                    <a16:creationId xmlns:a16="http://schemas.microsoft.com/office/drawing/2014/main" id="{641669C5-BD26-D6DA-C243-654A8BACC9DD}"/>
                  </a:ext>
                </a:extLst>
              </p:cNvPr>
              <p:cNvPicPr/>
              <p:nvPr/>
            </p:nvPicPr>
            <p:blipFill>
              <a:blip r:embed="rId7"/>
              <a:stretch>
                <a:fillRect/>
              </a:stretch>
            </p:blipFill>
            <p:spPr>
              <a:xfrm>
                <a:off x="7861235" y="4827340"/>
                <a:ext cx="1058460" cy="248781"/>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5" name="Ink 24">
                <a:extLst>
                  <a:ext uri="{FF2B5EF4-FFF2-40B4-BE49-F238E27FC236}">
                    <a16:creationId xmlns:a16="http://schemas.microsoft.com/office/drawing/2014/main" id="{FE1D020B-7484-FD53-8867-22F78332C259}"/>
                  </a:ext>
                </a:extLst>
              </p14:cNvPr>
              <p14:cNvContentPartPr/>
              <p14:nvPr/>
            </p14:nvContentPartPr>
            <p14:xfrm>
              <a:off x="8465705" y="4861191"/>
              <a:ext cx="617040" cy="189360"/>
            </p14:xfrm>
          </p:contentPart>
        </mc:Choice>
        <mc:Fallback xmlns="">
          <p:pic>
            <p:nvPicPr>
              <p:cNvPr id="25" name="Ink 24">
                <a:extLst>
                  <a:ext uri="{FF2B5EF4-FFF2-40B4-BE49-F238E27FC236}">
                    <a16:creationId xmlns:a16="http://schemas.microsoft.com/office/drawing/2014/main" id="{FE1D020B-7484-FD53-8867-22F78332C259}"/>
                  </a:ext>
                </a:extLst>
              </p:cNvPr>
              <p:cNvPicPr/>
              <p:nvPr/>
            </p:nvPicPr>
            <p:blipFill>
              <a:blip r:embed="rId9"/>
              <a:stretch>
                <a:fillRect/>
              </a:stretch>
            </p:blipFill>
            <p:spPr>
              <a:xfrm>
                <a:off x="8403065" y="4798551"/>
                <a:ext cx="742680" cy="315000"/>
              </a:xfrm>
              <a:prstGeom prst="rect">
                <a:avLst/>
              </a:prstGeom>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328020" y="476845"/>
            <a:ext cx="8734425" cy="387350"/>
          </a:xfrm>
          <a:prstGeom prst="rect">
            <a:avLst/>
          </a:prstGeom>
          <a:noFill/>
        </p:spPr>
        <p:txBody>
          <a:bodyPr wrap="none" lIns="0" tIns="0" rIns="0" bIns="0" rtlCol="0" anchor="t"/>
          <a:lstStyle/>
          <a:p>
            <a:pPr marL="0" indent="0" algn="ctr">
              <a:lnSpc>
                <a:spcPct val="104000"/>
              </a:lnSpc>
              <a:buNone/>
            </a:pPr>
            <a:r>
              <a:rPr lang="en-US" sz="2400" dirty="0">
                <a:solidFill>
                  <a:srgbClr val="3B4540"/>
                </a:solidFill>
                <a:latin typeface="Fraunces ExtraBold" pitchFamily="34" charset="0"/>
                <a:ea typeface="Fraunces ExtraBold" pitchFamily="34" charset="-122"/>
                <a:cs typeface="Fraunces ExtraBold" pitchFamily="34" charset="-120"/>
              </a:rPr>
              <a:t>Problem Statement</a:t>
            </a:r>
            <a:r>
              <a:rPr lang="en-IN" altLang="en-US" sz="2400" dirty="0">
                <a:solidFill>
                  <a:srgbClr val="3B4540"/>
                </a:solidFill>
                <a:latin typeface="Fraunces ExtraBold" pitchFamily="34" charset="0"/>
                <a:ea typeface="Fraunces ExtraBold" pitchFamily="34" charset="-122"/>
                <a:cs typeface="Fraunces ExtraBold" pitchFamily="34" charset="-120"/>
              </a:rPr>
              <a:t>:</a:t>
            </a:r>
          </a:p>
        </p:txBody>
      </p:sp>
      <p:sp>
        <p:nvSpPr>
          <p:cNvPr id="3" name="Text 1"/>
          <p:cNvSpPr/>
          <p:nvPr/>
        </p:nvSpPr>
        <p:spPr>
          <a:xfrm>
            <a:off x="496119" y="1095077"/>
            <a:ext cx="8608963" cy="198462"/>
          </a:xfrm>
          <a:prstGeom prst="rect">
            <a:avLst/>
          </a:prstGeom>
          <a:noFill/>
        </p:spPr>
        <p:txBody>
          <a:bodyPr wrap="none" lIns="0" tIns="0" rIns="0" bIns="0" rtlCol="0" anchor="t"/>
          <a:lstStyle/>
          <a:p>
            <a:pPr marL="0" indent="0" algn="l">
              <a:lnSpc>
                <a:spcPct val="133000"/>
              </a:lnSpc>
              <a:buNone/>
            </a:pPr>
            <a:r>
              <a:rPr lang="en-US" sz="950" dirty="0">
                <a:solidFill>
                  <a:srgbClr val="405449"/>
                </a:solidFill>
                <a:latin typeface="Nobile" panose="02000503050000020004" pitchFamily="34" charset="0"/>
                <a:ea typeface="Nobile" panose="02000503050000020004" pitchFamily="34" charset="-122"/>
                <a:cs typeface="Nobile" panose="02000503050000020004" pitchFamily="34" charset="-120"/>
              </a:rPr>
              <a:t>The healthcare industry grapples with significant data management issues that impede efficient care delivery and insights.</a:t>
            </a:r>
            <a:endParaRPr lang="en-US" sz="9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433066"/>
            <a:ext cx="2634555" cy="1532483"/>
          </a:xfrm>
          <a:prstGeom prst="rect">
            <a:avLst/>
          </a:prstGeom>
        </p:spPr>
      </p:pic>
      <p:sp>
        <p:nvSpPr>
          <p:cNvPr id="5" name="Text 2"/>
          <p:cNvSpPr/>
          <p:nvPr/>
        </p:nvSpPr>
        <p:spPr>
          <a:xfrm>
            <a:off x="691530" y="1571327"/>
            <a:ext cx="2300883" cy="193849"/>
          </a:xfrm>
          <a:prstGeom prst="rect">
            <a:avLst/>
          </a:prstGeom>
          <a:noFill/>
        </p:spPr>
        <p:txBody>
          <a:bodyPr wrap="none" lIns="0" tIns="0" rIns="0" bIns="0" rtlCol="0" anchor="t"/>
          <a:lstStyle/>
          <a:p>
            <a:pPr marL="0" indent="0" algn="l">
              <a:lnSpc>
                <a:spcPct val="104000"/>
              </a:lnSpc>
              <a:buNone/>
            </a:pPr>
            <a:r>
              <a:rPr lang="en-US" sz="1200" dirty="0">
                <a:solidFill>
                  <a:srgbClr val="405449"/>
                </a:solidFill>
                <a:latin typeface="Fraunces ExtraBold" pitchFamily="34" charset="0"/>
                <a:ea typeface="Fraunces ExtraBold" pitchFamily="34" charset="-122"/>
                <a:cs typeface="Fraunces ExtraBold" pitchFamily="34" charset="-120"/>
              </a:rPr>
              <a:t>Fragmented </a:t>
            </a:r>
            <a:r>
              <a:rPr lang="en-US" sz="1200">
                <a:solidFill>
                  <a:srgbClr val="405449"/>
                </a:solidFill>
                <a:latin typeface="Fraunces ExtraBold" pitchFamily="34" charset="0"/>
                <a:ea typeface="Fraunces ExtraBold" pitchFamily="34" charset="-122"/>
                <a:cs typeface="Fraunces ExtraBold" pitchFamily="34" charset="-120"/>
              </a:rPr>
              <a:t>Data </a:t>
            </a:r>
            <a:endParaRPr lang="en-US" sz="1200" dirty="0"/>
          </a:p>
        </p:txBody>
      </p:sp>
      <p:sp>
        <p:nvSpPr>
          <p:cNvPr id="6" name="Text 3"/>
          <p:cNvSpPr/>
          <p:nvPr/>
        </p:nvSpPr>
        <p:spPr>
          <a:xfrm>
            <a:off x="691530" y="1839590"/>
            <a:ext cx="2300883" cy="793849"/>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405449"/>
                </a:solidFill>
                <a:latin typeface="Nobile" panose="02000503050000020004" pitchFamily="34" charset="0"/>
                <a:ea typeface="Nobile" panose="02000503050000020004" pitchFamily="34" charset="-122"/>
                <a:cs typeface="Nobile" panose="02000503050000020004" pitchFamily="34" charset="-120"/>
              </a:rPr>
              <a:t>Healthcare organisations often operate with independent systems, leading to a severe lack of interoperability and data exchange.</a:t>
            </a:r>
            <a:endParaRPr lang="en-US" sz="9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54648" y="1433066"/>
            <a:ext cx="2634630" cy="1532483"/>
          </a:xfrm>
          <a:prstGeom prst="rect">
            <a:avLst/>
          </a:prstGeom>
        </p:spPr>
      </p:pic>
      <p:sp>
        <p:nvSpPr>
          <p:cNvPr id="8" name="Text 4"/>
          <p:cNvSpPr/>
          <p:nvPr/>
        </p:nvSpPr>
        <p:spPr>
          <a:xfrm>
            <a:off x="3450059" y="1571327"/>
            <a:ext cx="2300957" cy="387697"/>
          </a:xfrm>
          <a:prstGeom prst="rect">
            <a:avLst/>
          </a:prstGeom>
          <a:noFill/>
        </p:spPr>
        <p:txBody>
          <a:bodyPr wrap="square" lIns="0" tIns="0" rIns="0" bIns="0" rtlCol="0" anchor="t">
            <a:normAutofit/>
          </a:bodyPr>
          <a:lstStyle/>
          <a:p>
            <a:pPr marL="0" indent="0" algn="l">
              <a:lnSpc>
                <a:spcPct val="104000"/>
              </a:lnSpc>
              <a:buNone/>
            </a:pPr>
            <a:r>
              <a:rPr lang="en-US" sz="1200" dirty="0">
                <a:solidFill>
                  <a:srgbClr val="405449"/>
                </a:solidFill>
                <a:latin typeface="Fraunces ExtraBold" pitchFamily="34" charset="0"/>
                <a:ea typeface="Fraunces ExtraBold" pitchFamily="34" charset="-122"/>
                <a:cs typeface="Fraunces ExtraBold" pitchFamily="34" charset="-120"/>
              </a:rPr>
              <a:t>Patient &amp; Operational Inefficiency</a:t>
            </a:r>
            <a:endParaRPr lang="en-US" sz="1200" dirty="0"/>
          </a:p>
        </p:txBody>
      </p:sp>
      <p:sp>
        <p:nvSpPr>
          <p:cNvPr id="9" name="Text 5"/>
          <p:cNvSpPr/>
          <p:nvPr/>
        </p:nvSpPr>
        <p:spPr>
          <a:xfrm>
            <a:off x="3450059" y="2033439"/>
            <a:ext cx="2300957" cy="793849"/>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405449"/>
                </a:solidFill>
                <a:latin typeface="Nobile" panose="02000503050000020004" pitchFamily="34" charset="0"/>
                <a:ea typeface="Nobile" panose="02000503050000020004" pitchFamily="34" charset="-122"/>
                <a:cs typeface="Nobile" panose="02000503050000020004" pitchFamily="34" charset="-120"/>
              </a:rPr>
              <a:t>Patients face repeated tests and cumbersome administrative tasks, while providers lose valuable time due to inaccessible medical histories.</a:t>
            </a:r>
            <a:endParaRPr lang="en-US" sz="9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13252" y="1433066"/>
            <a:ext cx="2634555" cy="1532483"/>
          </a:xfrm>
          <a:prstGeom prst="rect">
            <a:avLst/>
          </a:prstGeom>
        </p:spPr>
      </p:pic>
      <p:sp>
        <p:nvSpPr>
          <p:cNvPr id="11" name="Text 6"/>
          <p:cNvSpPr/>
          <p:nvPr/>
        </p:nvSpPr>
        <p:spPr>
          <a:xfrm>
            <a:off x="6208663" y="1571327"/>
            <a:ext cx="2300883" cy="387697"/>
          </a:xfrm>
          <a:prstGeom prst="rect">
            <a:avLst/>
          </a:prstGeom>
          <a:noFill/>
        </p:spPr>
        <p:txBody>
          <a:bodyPr wrap="square" lIns="0" tIns="0" rIns="0" bIns="0" rtlCol="0" anchor="t">
            <a:normAutofit/>
          </a:bodyPr>
          <a:lstStyle/>
          <a:p>
            <a:pPr marL="0" indent="0" algn="l">
              <a:lnSpc>
                <a:spcPct val="104000"/>
              </a:lnSpc>
              <a:buNone/>
            </a:pPr>
            <a:r>
              <a:rPr lang="en-US" sz="1200" dirty="0">
                <a:solidFill>
                  <a:srgbClr val="405449"/>
                </a:solidFill>
                <a:latin typeface="Fraunces ExtraBold" pitchFamily="34" charset="0"/>
                <a:ea typeface="Fraunces ExtraBold" pitchFamily="34" charset="-122"/>
                <a:cs typeface="Fraunces ExtraBold" pitchFamily="34" charset="-120"/>
              </a:rPr>
              <a:t>Suboptimal Appointment Scheduling</a:t>
            </a:r>
            <a:endParaRPr lang="en-US" sz="1200" dirty="0"/>
          </a:p>
        </p:txBody>
      </p:sp>
      <p:sp>
        <p:nvSpPr>
          <p:cNvPr id="12" name="Text 7"/>
          <p:cNvSpPr/>
          <p:nvPr/>
        </p:nvSpPr>
        <p:spPr>
          <a:xfrm>
            <a:off x="6208663" y="2033439"/>
            <a:ext cx="2300883" cy="793849"/>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405449"/>
                </a:solidFill>
                <a:latin typeface="Nobile" panose="02000503050000020004" pitchFamily="34" charset="0"/>
                <a:ea typeface="Nobile" panose="02000503050000020004" pitchFamily="34" charset="-122"/>
                <a:cs typeface="Nobile" panose="02000503050000020004" pitchFamily="34" charset="-120"/>
              </a:rPr>
              <a:t>Outdated systems result in long waiting times, scheduling conflicts, and inefficient utilisation of medical staff and facilities.</a:t>
            </a:r>
            <a:endParaRPr lang="en-US" sz="95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3089523"/>
            <a:ext cx="2634555" cy="1532483"/>
          </a:xfrm>
          <a:prstGeom prst="rect">
            <a:avLst/>
          </a:prstGeom>
        </p:spPr>
      </p:pic>
      <p:sp>
        <p:nvSpPr>
          <p:cNvPr id="14" name="Text 8"/>
          <p:cNvSpPr/>
          <p:nvPr/>
        </p:nvSpPr>
        <p:spPr>
          <a:xfrm>
            <a:off x="691530" y="3227784"/>
            <a:ext cx="2300883" cy="387697"/>
          </a:xfrm>
          <a:prstGeom prst="rect">
            <a:avLst/>
          </a:prstGeom>
          <a:noFill/>
        </p:spPr>
        <p:txBody>
          <a:bodyPr wrap="square" lIns="0" tIns="0" rIns="0" bIns="0" rtlCol="0" anchor="t">
            <a:normAutofit/>
          </a:bodyPr>
          <a:lstStyle/>
          <a:p>
            <a:pPr marL="0" indent="0" algn="l">
              <a:lnSpc>
                <a:spcPct val="104000"/>
              </a:lnSpc>
              <a:buNone/>
            </a:pPr>
            <a:r>
              <a:rPr lang="en-US" sz="1200" dirty="0">
                <a:solidFill>
                  <a:srgbClr val="405449"/>
                </a:solidFill>
                <a:latin typeface="Fraunces ExtraBold" pitchFamily="34" charset="0"/>
                <a:ea typeface="Fraunces ExtraBold" pitchFamily="34" charset="-122"/>
                <a:cs typeface="Fraunces ExtraBold" pitchFamily="34" charset="-120"/>
              </a:rPr>
              <a:t>Critical Security Vulnerabilities</a:t>
            </a:r>
            <a:endParaRPr lang="en-US" sz="1200" dirty="0"/>
          </a:p>
        </p:txBody>
      </p:sp>
      <p:sp>
        <p:nvSpPr>
          <p:cNvPr id="15" name="Text 9"/>
          <p:cNvSpPr/>
          <p:nvPr/>
        </p:nvSpPr>
        <p:spPr>
          <a:xfrm>
            <a:off x="691530" y="3689896"/>
            <a:ext cx="2300883" cy="793849"/>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405449"/>
                </a:solidFill>
                <a:latin typeface="Nobile" panose="02000503050000020004" pitchFamily="34" charset="0"/>
                <a:ea typeface="Nobile" panose="02000503050000020004" pitchFamily="34" charset="-122"/>
                <a:cs typeface="Nobile" panose="02000503050000020004" pitchFamily="34" charset="-120"/>
              </a:rPr>
              <a:t>Without robust authentication and access control, sensitive patient data is exposed to unauthorised access and potential breaches.</a:t>
            </a:r>
            <a:endParaRPr lang="en-US" sz="95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54648" y="3089523"/>
            <a:ext cx="2634630" cy="1532483"/>
          </a:xfrm>
          <a:prstGeom prst="rect">
            <a:avLst/>
          </a:prstGeom>
        </p:spPr>
      </p:pic>
      <p:sp>
        <p:nvSpPr>
          <p:cNvPr id="17" name="Text 10"/>
          <p:cNvSpPr/>
          <p:nvPr/>
        </p:nvSpPr>
        <p:spPr>
          <a:xfrm>
            <a:off x="3450059" y="3227784"/>
            <a:ext cx="2300957" cy="387697"/>
          </a:xfrm>
          <a:prstGeom prst="rect">
            <a:avLst/>
          </a:prstGeom>
          <a:noFill/>
        </p:spPr>
        <p:txBody>
          <a:bodyPr wrap="square" lIns="0" tIns="0" rIns="0" bIns="0" rtlCol="0" anchor="t">
            <a:normAutofit/>
          </a:bodyPr>
          <a:lstStyle/>
          <a:p>
            <a:pPr marL="0" indent="0" algn="l">
              <a:lnSpc>
                <a:spcPct val="104000"/>
              </a:lnSpc>
              <a:buNone/>
            </a:pPr>
            <a:r>
              <a:rPr lang="en-US" sz="1200" dirty="0">
                <a:solidFill>
                  <a:srgbClr val="405449"/>
                </a:solidFill>
                <a:latin typeface="Fraunces ExtraBold" pitchFamily="34" charset="0"/>
                <a:ea typeface="Fraunces ExtraBold" pitchFamily="34" charset="-122"/>
                <a:cs typeface="Fraunces ExtraBold" pitchFamily="34" charset="-120"/>
              </a:rPr>
              <a:t>Missed Analytical Opportunities</a:t>
            </a:r>
            <a:endParaRPr lang="en-US" sz="1200" dirty="0"/>
          </a:p>
        </p:txBody>
      </p:sp>
      <p:sp>
        <p:nvSpPr>
          <p:cNvPr id="18" name="Text 11"/>
          <p:cNvSpPr/>
          <p:nvPr/>
        </p:nvSpPr>
        <p:spPr>
          <a:xfrm>
            <a:off x="3450059" y="3689896"/>
            <a:ext cx="2300957" cy="793849"/>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405449"/>
                </a:solidFill>
                <a:latin typeface="Nobile" panose="02000503050000020004" pitchFamily="34" charset="0"/>
                <a:ea typeface="Nobile" panose="02000503050000020004" pitchFamily="34" charset="-122"/>
                <a:cs typeface="Nobile" panose="02000503050000020004" pitchFamily="34" charset="-120"/>
              </a:rPr>
              <a:t>Vast amounts of collected healthcare data remain unanalysed, preventing the identification of crucial trends, risks, and operational improvements.</a:t>
            </a:r>
            <a:endParaRPr lang="en-US" sz="950" dirty="0"/>
          </a:p>
        </p:txBody>
      </p:sp>
      <p:pic>
        <p:nvPicPr>
          <p:cNvPr id="19" name="Image 0" descr="preencoded.png"/>
          <p:cNvPicPr>
            <a:picLocks noChangeAspect="1"/>
          </p:cNvPicPr>
          <p:nvPr/>
        </p:nvPicPr>
        <p:blipFill>
          <a:blip r:embed="rId4"/>
          <a:stretch>
            <a:fillRect/>
          </a:stretch>
        </p:blipFill>
        <p:spPr>
          <a:xfrm>
            <a:off x="7074719" y="10"/>
            <a:ext cx="2069604" cy="982266"/>
          </a:xfrm>
          <a:prstGeom prst="rect">
            <a:avLst/>
          </a:prstGeom>
        </p:spPr>
      </p:pic>
      <mc:AlternateContent xmlns:mc="http://schemas.openxmlformats.org/markup-compatibility/2006" xmlns:p14="http://schemas.microsoft.com/office/powerpoint/2010/main">
        <mc:Choice Requires="p14">
          <p:contentPart p14:bwMode="auto" r:id="rId5">
            <p14:nvContentPartPr>
              <p14:cNvPr id="20" name="Ink 19">
                <a:extLst>
                  <a:ext uri="{FF2B5EF4-FFF2-40B4-BE49-F238E27FC236}">
                    <a16:creationId xmlns:a16="http://schemas.microsoft.com/office/drawing/2014/main" id="{CD2F24F1-4BAF-1153-C2AF-489B512AFED7}"/>
                  </a:ext>
                </a:extLst>
              </p14:cNvPr>
              <p14:cNvContentPartPr/>
              <p14:nvPr/>
            </p14:nvContentPartPr>
            <p14:xfrm>
              <a:off x="8098920" y="4896000"/>
              <a:ext cx="945360" cy="160560"/>
            </p14:xfrm>
          </p:contentPart>
        </mc:Choice>
        <mc:Fallback xmlns="">
          <p:pic>
            <p:nvPicPr>
              <p:cNvPr id="20" name="Ink 19">
                <a:extLst>
                  <a:ext uri="{FF2B5EF4-FFF2-40B4-BE49-F238E27FC236}">
                    <a16:creationId xmlns:a16="http://schemas.microsoft.com/office/drawing/2014/main" id="{CD2F24F1-4BAF-1153-C2AF-489B512AFED7}"/>
                  </a:ext>
                </a:extLst>
              </p:cNvPr>
              <p:cNvPicPr/>
              <p:nvPr/>
            </p:nvPicPr>
            <p:blipFill>
              <a:blip r:embed="rId6"/>
              <a:stretch>
                <a:fillRect/>
              </a:stretch>
            </p:blipFill>
            <p:spPr>
              <a:xfrm>
                <a:off x="8035920" y="4833000"/>
                <a:ext cx="1071000" cy="286200"/>
              </a:xfrm>
              <a:prstGeom prst="rect">
                <a:avLst/>
              </a:prstGeom>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362024"/>
            <a:ext cx="8151763" cy="387548"/>
          </a:xfrm>
          <a:prstGeom prst="rect">
            <a:avLst/>
          </a:prstGeom>
          <a:noFill/>
        </p:spPr>
        <p:txBody>
          <a:bodyPr wrap="none" lIns="0" tIns="0" rIns="0" bIns="0" rtlCol="0" anchor="t"/>
          <a:lstStyle/>
          <a:p>
            <a:pPr marL="0" indent="0" algn="l">
              <a:lnSpc>
                <a:spcPct val="104000"/>
              </a:lnSpc>
              <a:buNone/>
            </a:pPr>
            <a:r>
              <a:rPr lang="en-US" sz="2400" dirty="0">
                <a:solidFill>
                  <a:srgbClr val="3B4540"/>
                </a:solidFill>
                <a:latin typeface="Fraunces ExtraBold" pitchFamily="34" charset="0"/>
                <a:ea typeface="Fraunces ExtraBold" pitchFamily="34" charset="-122"/>
                <a:cs typeface="Fraunces ExtraBold" pitchFamily="34" charset="-120"/>
              </a:rPr>
              <a:t>Problem Statement: </a:t>
            </a:r>
            <a:endParaRPr lang="en-US" sz="2400" dirty="0"/>
          </a:p>
        </p:txBody>
      </p:sp>
      <p:sp>
        <p:nvSpPr>
          <p:cNvPr id="3" name="Text 1"/>
          <p:cNvSpPr/>
          <p:nvPr/>
        </p:nvSpPr>
        <p:spPr>
          <a:xfrm>
            <a:off x="496119" y="997595"/>
            <a:ext cx="8151763" cy="396925"/>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405449"/>
                </a:solidFill>
                <a:latin typeface="Nobile" panose="02000503050000020004" pitchFamily="34" charset="0"/>
                <a:ea typeface="Nobile" panose="02000503050000020004" pitchFamily="34" charset="-122"/>
                <a:cs typeface="Nobile" panose="02000503050000020004" pitchFamily="34" charset="-120"/>
              </a:rPr>
              <a:t>Modern healthcare is hampered by </a:t>
            </a:r>
            <a:r>
              <a:rPr lang="en-US" sz="950" b="1" dirty="0">
                <a:solidFill>
                  <a:srgbClr val="405449"/>
                </a:solidFill>
                <a:latin typeface="Nobile Bold" panose="02000503050000020004" pitchFamily="34" charset="0"/>
                <a:ea typeface="Nobile Bold" panose="02000503050000020004" pitchFamily="34" charset="-122"/>
                <a:cs typeface="Nobile Bold" panose="02000503050000020004" pitchFamily="34" charset="-120"/>
              </a:rPr>
              <a:t>fragmented data</a:t>
            </a:r>
            <a:r>
              <a:rPr lang="en-US" sz="950" dirty="0">
                <a:solidFill>
                  <a:srgbClr val="405449"/>
                </a:solidFill>
                <a:latin typeface="Nobile" panose="02000503050000020004" pitchFamily="34" charset="0"/>
                <a:ea typeface="Nobile" panose="02000503050000020004" pitchFamily="34" charset="-122"/>
                <a:cs typeface="Nobile" panose="02000503050000020004" pitchFamily="34" charset="-120"/>
              </a:rPr>
              <a:t>, </a:t>
            </a:r>
            <a:r>
              <a:rPr lang="en-US" sz="950" b="1" dirty="0">
                <a:solidFill>
                  <a:srgbClr val="405449"/>
                </a:solidFill>
                <a:latin typeface="Nobile Bold" panose="02000503050000020004" pitchFamily="34" charset="0"/>
                <a:ea typeface="Nobile Bold" panose="02000503050000020004" pitchFamily="34" charset="-122"/>
                <a:cs typeface="Nobile Bold" panose="02000503050000020004" pitchFamily="34" charset="-120"/>
              </a:rPr>
              <a:t>inefficient processes</a:t>
            </a:r>
            <a:r>
              <a:rPr lang="en-US" sz="950" dirty="0">
                <a:solidFill>
                  <a:srgbClr val="405449"/>
                </a:solidFill>
                <a:latin typeface="Nobile" panose="02000503050000020004" pitchFamily="34" charset="0"/>
                <a:ea typeface="Nobile" panose="02000503050000020004" pitchFamily="34" charset="-122"/>
                <a:cs typeface="Nobile" panose="02000503050000020004" pitchFamily="34" charset="-120"/>
              </a:rPr>
              <a:t>, and </a:t>
            </a:r>
            <a:r>
              <a:rPr lang="en-US" sz="950" b="1" dirty="0">
                <a:solidFill>
                  <a:srgbClr val="405449"/>
                </a:solidFill>
                <a:latin typeface="Nobile Bold" panose="02000503050000020004" pitchFamily="34" charset="0"/>
                <a:ea typeface="Nobile Bold" panose="02000503050000020004" pitchFamily="34" charset="-122"/>
                <a:cs typeface="Nobile Bold" panose="02000503050000020004" pitchFamily="34" charset="-120"/>
              </a:rPr>
              <a:t>limited insights</a:t>
            </a:r>
            <a:r>
              <a:rPr lang="en-US" sz="950" dirty="0">
                <a:solidFill>
                  <a:srgbClr val="405449"/>
                </a:solidFill>
                <a:latin typeface="Nobile" panose="02000503050000020004" pitchFamily="34" charset="0"/>
                <a:ea typeface="Nobile" panose="02000503050000020004" pitchFamily="34" charset="-122"/>
                <a:cs typeface="Nobile" panose="02000503050000020004" pitchFamily="34" charset="-120"/>
              </a:rPr>
              <a:t>, directly impacting patient care and operational effectiveness.</a:t>
            </a:r>
            <a:endParaRPr lang="en-US" sz="950" dirty="0"/>
          </a:p>
        </p:txBody>
      </p:sp>
      <p:sp>
        <p:nvSpPr>
          <p:cNvPr id="4" name="Shape 2"/>
          <p:cNvSpPr/>
          <p:nvPr/>
        </p:nvSpPr>
        <p:spPr>
          <a:xfrm>
            <a:off x="496119" y="1534046"/>
            <a:ext cx="279053" cy="279053"/>
          </a:xfrm>
          <a:prstGeom prst="roundRect">
            <a:avLst>
              <a:gd name="adj" fmla="val 40007"/>
            </a:avLst>
          </a:prstGeom>
          <a:solidFill>
            <a:srgbClr val="E8F3E8"/>
          </a:solidFill>
        </p:spPr>
      </p:sp>
      <p:sp>
        <p:nvSpPr>
          <p:cNvPr id="5" name="Text 3"/>
          <p:cNvSpPr/>
          <p:nvPr/>
        </p:nvSpPr>
        <p:spPr>
          <a:xfrm>
            <a:off x="899145" y="1576685"/>
            <a:ext cx="2210842" cy="193849"/>
          </a:xfrm>
          <a:prstGeom prst="rect">
            <a:avLst/>
          </a:prstGeom>
          <a:noFill/>
        </p:spPr>
        <p:txBody>
          <a:bodyPr wrap="none" lIns="0" tIns="0" rIns="0" bIns="0" rtlCol="0" anchor="t"/>
          <a:lstStyle/>
          <a:p>
            <a:pPr marL="0" indent="0" algn="l">
              <a:lnSpc>
                <a:spcPct val="104000"/>
              </a:lnSpc>
              <a:buNone/>
            </a:pPr>
            <a:r>
              <a:rPr lang="en-US" sz="1200" dirty="0">
                <a:solidFill>
                  <a:srgbClr val="405449"/>
                </a:solidFill>
                <a:latin typeface="Fraunces ExtraBold" pitchFamily="34" charset="0"/>
                <a:ea typeface="Fraunces ExtraBold" pitchFamily="34" charset="-122"/>
                <a:cs typeface="Fraunces ExtraBold" pitchFamily="34" charset="-120"/>
              </a:rPr>
              <a:t>Disconnected Data</a:t>
            </a:r>
            <a:endParaRPr lang="en-US" sz="1200" dirty="0"/>
          </a:p>
        </p:txBody>
      </p:sp>
      <p:sp>
        <p:nvSpPr>
          <p:cNvPr id="6" name="Text 4"/>
          <p:cNvSpPr/>
          <p:nvPr/>
        </p:nvSpPr>
        <p:spPr>
          <a:xfrm>
            <a:off x="899145" y="1844948"/>
            <a:ext cx="2210842" cy="992312"/>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405449"/>
                </a:solidFill>
                <a:latin typeface="Nobile" panose="02000503050000020004" pitchFamily="34" charset="0"/>
                <a:ea typeface="Nobile" panose="02000503050000020004" pitchFamily="34" charset="-122"/>
                <a:cs typeface="Nobile" panose="02000503050000020004" pitchFamily="34" charset="-120"/>
              </a:rPr>
              <a:t>Healthcare data is spread across separate systems, making patient record sharing difficult and leading to repeated tests and treatment delays.</a:t>
            </a:r>
            <a:endParaRPr lang="en-US" sz="950" dirty="0"/>
          </a:p>
        </p:txBody>
      </p:sp>
      <p:sp>
        <p:nvSpPr>
          <p:cNvPr id="7" name="Shape 5"/>
          <p:cNvSpPr/>
          <p:nvPr/>
        </p:nvSpPr>
        <p:spPr>
          <a:xfrm>
            <a:off x="3264991" y="1534046"/>
            <a:ext cx="279053" cy="279053"/>
          </a:xfrm>
          <a:prstGeom prst="roundRect">
            <a:avLst>
              <a:gd name="adj" fmla="val 40007"/>
            </a:avLst>
          </a:prstGeom>
          <a:solidFill>
            <a:srgbClr val="E8F3E8"/>
          </a:solidFill>
        </p:spPr>
      </p:sp>
      <p:sp>
        <p:nvSpPr>
          <p:cNvPr id="8" name="Text 6"/>
          <p:cNvSpPr/>
          <p:nvPr/>
        </p:nvSpPr>
        <p:spPr>
          <a:xfrm>
            <a:off x="3668018" y="1576685"/>
            <a:ext cx="2210916" cy="193849"/>
          </a:xfrm>
          <a:prstGeom prst="rect">
            <a:avLst/>
          </a:prstGeom>
          <a:noFill/>
        </p:spPr>
        <p:txBody>
          <a:bodyPr wrap="none" lIns="0" tIns="0" rIns="0" bIns="0" rtlCol="0" anchor="t"/>
          <a:lstStyle/>
          <a:p>
            <a:pPr marL="0" indent="0" algn="l">
              <a:lnSpc>
                <a:spcPct val="104000"/>
              </a:lnSpc>
              <a:buNone/>
            </a:pPr>
            <a:r>
              <a:rPr lang="en-US" sz="1200" dirty="0">
                <a:solidFill>
                  <a:srgbClr val="405449"/>
                </a:solidFill>
                <a:latin typeface="Fraunces ExtraBold" pitchFamily="34" charset="0"/>
                <a:ea typeface="Fraunces ExtraBold" pitchFamily="34" charset="-122"/>
                <a:cs typeface="Fraunces ExtraBold" pitchFamily="34" charset="-120"/>
              </a:rPr>
              <a:t>Operational Inefficiencies</a:t>
            </a:r>
            <a:endParaRPr lang="en-US" sz="1200" dirty="0"/>
          </a:p>
        </p:txBody>
      </p:sp>
      <p:sp>
        <p:nvSpPr>
          <p:cNvPr id="9" name="Text 7"/>
          <p:cNvSpPr/>
          <p:nvPr/>
        </p:nvSpPr>
        <p:spPr>
          <a:xfrm>
            <a:off x="3668018" y="1844948"/>
            <a:ext cx="2210916" cy="992312"/>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405449"/>
                </a:solidFill>
                <a:latin typeface="Nobile" panose="02000503050000020004" pitchFamily="34" charset="0"/>
                <a:ea typeface="Nobile" panose="02000503050000020004" pitchFamily="34" charset="-122"/>
                <a:cs typeface="Nobile" panose="02000503050000020004" pitchFamily="34" charset="-120"/>
              </a:rPr>
              <a:t>This fragmentation results in poor utilization of valuable data, inefficient appointment management, and hampers overall hospital efficiency.</a:t>
            </a:r>
            <a:endParaRPr lang="en-US" sz="950" dirty="0"/>
          </a:p>
        </p:txBody>
      </p:sp>
      <p:sp>
        <p:nvSpPr>
          <p:cNvPr id="10" name="Shape 8"/>
          <p:cNvSpPr/>
          <p:nvPr/>
        </p:nvSpPr>
        <p:spPr>
          <a:xfrm>
            <a:off x="6033939" y="1534046"/>
            <a:ext cx="279053" cy="279053"/>
          </a:xfrm>
          <a:prstGeom prst="roundRect">
            <a:avLst>
              <a:gd name="adj" fmla="val 40007"/>
            </a:avLst>
          </a:prstGeom>
          <a:solidFill>
            <a:srgbClr val="E8F3E8"/>
          </a:solidFill>
        </p:spPr>
      </p:sp>
      <p:sp>
        <p:nvSpPr>
          <p:cNvPr id="11" name="Text 9"/>
          <p:cNvSpPr/>
          <p:nvPr/>
        </p:nvSpPr>
        <p:spPr>
          <a:xfrm>
            <a:off x="6436965" y="1576685"/>
            <a:ext cx="2210916" cy="193849"/>
          </a:xfrm>
          <a:prstGeom prst="rect">
            <a:avLst/>
          </a:prstGeom>
          <a:noFill/>
        </p:spPr>
        <p:txBody>
          <a:bodyPr wrap="none" lIns="0" tIns="0" rIns="0" bIns="0" rtlCol="0" anchor="t"/>
          <a:lstStyle/>
          <a:p>
            <a:pPr marL="0" indent="0" algn="l">
              <a:lnSpc>
                <a:spcPct val="104000"/>
              </a:lnSpc>
              <a:buNone/>
            </a:pPr>
            <a:r>
              <a:rPr lang="en-US" sz="1200" dirty="0">
                <a:solidFill>
                  <a:srgbClr val="405449"/>
                </a:solidFill>
                <a:latin typeface="Fraunces ExtraBold" pitchFamily="34" charset="0"/>
                <a:ea typeface="Fraunces ExtraBold" pitchFamily="34" charset="-122"/>
                <a:cs typeface="Fraunces ExtraBold" pitchFamily="34" charset="-120"/>
              </a:rPr>
              <a:t>Security &amp; Scalability Risks</a:t>
            </a:r>
            <a:endParaRPr lang="en-US" sz="1200" dirty="0"/>
          </a:p>
        </p:txBody>
      </p:sp>
      <p:sp>
        <p:nvSpPr>
          <p:cNvPr id="12" name="Text 10"/>
          <p:cNvSpPr/>
          <p:nvPr/>
        </p:nvSpPr>
        <p:spPr>
          <a:xfrm>
            <a:off x="6436965" y="1844948"/>
            <a:ext cx="2210916" cy="793849"/>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405449"/>
                </a:solidFill>
                <a:latin typeface="Nobile" panose="02000503050000020004" pitchFamily="34" charset="0"/>
                <a:ea typeface="Nobile" panose="02000503050000020004" pitchFamily="34" charset="-122"/>
                <a:cs typeface="Nobile" panose="02000503050000020004" pitchFamily="34" charset="-120"/>
              </a:rPr>
              <a:t>Existing platforms often struggle to provide robust data security and lack the scalability required for modern healthcare demands.</a:t>
            </a:r>
            <a:endParaRPr lang="en-US" sz="950" dirty="0"/>
          </a:p>
        </p:txBody>
      </p:sp>
      <p:sp>
        <p:nvSpPr>
          <p:cNvPr id="13" name="Text 11"/>
          <p:cNvSpPr/>
          <p:nvPr/>
        </p:nvSpPr>
        <p:spPr>
          <a:xfrm>
            <a:off x="496119" y="3023295"/>
            <a:ext cx="8151763" cy="310083"/>
          </a:xfrm>
          <a:prstGeom prst="rect">
            <a:avLst/>
          </a:prstGeom>
          <a:noFill/>
        </p:spPr>
        <p:txBody>
          <a:bodyPr wrap="none" lIns="0" tIns="0" rIns="0" bIns="0" rtlCol="0" anchor="t"/>
          <a:lstStyle/>
          <a:p>
            <a:pPr marL="0" indent="0" algn="l">
              <a:lnSpc>
                <a:spcPct val="104000"/>
              </a:lnSpc>
              <a:buNone/>
            </a:pPr>
            <a:r>
              <a:rPr lang="en-US" sz="1950" dirty="0">
                <a:solidFill>
                  <a:srgbClr val="3B4540"/>
                </a:solidFill>
                <a:latin typeface="Fraunces ExtraBold" pitchFamily="34" charset="0"/>
                <a:ea typeface="Fraunces ExtraBold" pitchFamily="34" charset="-122"/>
                <a:cs typeface="Fraunces ExtraBold" pitchFamily="34" charset="-120"/>
              </a:rPr>
              <a:t>Who is most affected?</a:t>
            </a:r>
            <a:endParaRPr lang="en-US" sz="1950" dirty="0"/>
          </a:p>
        </p:txBody>
      </p:sp>
      <p:sp>
        <p:nvSpPr>
          <p:cNvPr id="14" name="Text 12"/>
          <p:cNvSpPr/>
          <p:nvPr/>
        </p:nvSpPr>
        <p:spPr>
          <a:xfrm>
            <a:off x="496119" y="3519413"/>
            <a:ext cx="8608963" cy="198462"/>
          </a:xfrm>
          <a:prstGeom prst="rect">
            <a:avLst/>
          </a:prstGeom>
          <a:noFill/>
        </p:spPr>
        <p:txBody>
          <a:bodyPr wrap="none" lIns="0" tIns="0" rIns="0" bIns="0" rtlCol="0" anchor="t"/>
          <a:lstStyle/>
          <a:p>
            <a:pPr marL="0" indent="0" algn="l">
              <a:lnSpc>
                <a:spcPct val="133000"/>
              </a:lnSpc>
              <a:buNone/>
            </a:pPr>
            <a:r>
              <a:rPr lang="en-US" sz="950" dirty="0">
                <a:solidFill>
                  <a:srgbClr val="405449"/>
                </a:solidFill>
                <a:latin typeface="Nobile" panose="02000503050000020004" pitchFamily="34" charset="0"/>
                <a:ea typeface="Nobile" panose="02000503050000020004" pitchFamily="34" charset="-122"/>
                <a:cs typeface="Nobile" panose="02000503050000020004" pitchFamily="34" charset="-120"/>
              </a:rPr>
              <a:t>These issues negatively impact a range of stakeholders:</a:t>
            </a:r>
            <a:endParaRPr lang="en-US" sz="950" dirty="0"/>
          </a:p>
        </p:txBody>
      </p:sp>
      <p:sp>
        <p:nvSpPr>
          <p:cNvPr id="15" name="Text 13"/>
          <p:cNvSpPr/>
          <p:nvPr/>
        </p:nvSpPr>
        <p:spPr>
          <a:xfrm>
            <a:off x="496119" y="3857402"/>
            <a:ext cx="8151763" cy="923999"/>
          </a:xfrm>
          <a:prstGeom prst="rect">
            <a:avLst/>
          </a:prstGeom>
          <a:noFill/>
        </p:spPr>
        <p:txBody>
          <a:bodyPr wrap="square" lIns="0" tIns="0" rIns="0" bIns="0" rtlCol="0" anchor="t">
            <a:normAutofit/>
          </a:bodyPr>
          <a:lstStyle/>
          <a:p>
            <a:pPr marL="193040" indent="-193040" algn="l">
              <a:lnSpc>
                <a:spcPct val="133000"/>
              </a:lnSpc>
              <a:buSzPct val="100000"/>
              <a:buChar char="•"/>
            </a:pPr>
            <a:r>
              <a:rPr lang="en-US" sz="950" b="1" dirty="0">
                <a:solidFill>
                  <a:srgbClr val="405449"/>
                </a:solidFill>
                <a:latin typeface="Nobile Bold" panose="02000503050000020004" pitchFamily="34" charset="0"/>
                <a:ea typeface="Nobile Bold" panose="02000503050000020004" pitchFamily="34" charset="-122"/>
                <a:cs typeface="Nobile Bold" panose="02000503050000020004" pitchFamily="34" charset="-120"/>
              </a:rPr>
              <a:t>Patients:</a:t>
            </a:r>
            <a:r>
              <a:rPr lang="en-US" sz="950" dirty="0">
                <a:solidFill>
                  <a:srgbClr val="405449"/>
                </a:solidFill>
                <a:latin typeface="Nobile" panose="02000503050000020004" pitchFamily="34" charset="0"/>
                <a:ea typeface="Nobile" panose="02000503050000020004" pitchFamily="34" charset="-122"/>
                <a:cs typeface="Nobile" panose="02000503050000020004" pitchFamily="34" charset="-120"/>
              </a:rPr>
              <a:t> Experience delayed treatment and redundant medical tests.</a:t>
            </a:r>
            <a:endParaRPr lang="en-US" sz="950" dirty="0"/>
          </a:p>
          <a:p>
            <a:pPr marL="193040" indent="-193040" algn="l">
              <a:lnSpc>
                <a:spcPct val="133000"/>
              </a:lnSpc>
              <a:buSzPct val="100000"/>
              <a:buChar char="•"/>
            </a:pPr>
            <a:r>
              <a:rPr lang="en-US" sz="950" b="1" dirty="0">
                <a:solidFill>
                  <a:srgbClr val="405449"/>
                </a:solidFill>
                <a:latin typeface="Nobile Bold" panose="02000503050000020004" pitchFamily="34" charset="0"/>
                <a:ea typeface="Nobile Bold" panose="02000503050000020004" pitchFamily="34" charset="-122"/>
                <a:cs typeface="Nobile Bold" panose="02000503050000020004" pitchFamily="34" charset="-120"/>
              </a:rPr>
              <a:t>Doctors:</a:t>
            </a:r>
            <a:r>
              <a:rPr lang="en-US" sz="950" dirty="0">
                <a:solidFill>
                  <a:srgbClr val="405449"/>
                </a:solidFill>
                <a:latin typeface="Nobile" panose="02000503050000020004" pitchFamily="34" charset="0"/>
                <a:ea typeface="Nobile" panose="02000503050000020004" pitchFamily="34" charset="-122"/>
                <a:cs typeface="Nobile" panose="02000503050000020004" pitchFamily="34" charset="-120"/>
              </a:rPr>
              <a:t> Face challenges with incomplete patient medical histories.</a:t>
            </a:r>
            <a:endParaRPr lang="en-US" sz="950" dirty="0"/>
          </a:p>
          <a:p>
            <a:pPr marL="193040" indent="-193040" algn="l">
              <a:lnSpc>
                <a:spcPct val="133000"/>
              </a:lnSpc>
              <a:buSzPct val="100000"/>
              <a:buChar char="•"/>
            </a:pPr>
            <a:r>
              <a:rPr lang="en-US" sz="950" b="1" dirty="0">
                <a:solidFill>
                  <a:srgbClr val="405449"/>
                </a:solidFill>
                <a:latin typeface="Nobile Bold" panose="02000503050000020004" pitchFamily="34" charset="0"/>
                <a:ea typeface="Nobile Bold" panose="02000503050000020004" pitchFamily="34" charset="-122"/>
                <a:cs typeface="Nobile Bold" panose="02000503050000020004" pitchFamily="34" charset="-120"/>
              </a:rPr>
              <a:t>Hospitals &amp; Laboratories:</a:t>
            </a:r>
            <a:r>
              <a:rPr lang="en-US" sz="950" dirty="0">
                <a:solidFill>
                  <a:srgbClr val="405449"/>
                </a:solidFill>
                <a:latin typeface="Nobile" panose="02000503050000020004" pitchFamily="34" charset="0"/>
                <a:ea typeface="Nobile" panose="02000503050000020004" pitchFamily="34" charset="-122"/>
                <a:cs typeface="Nobile" panose="02000503050000020004" pitchFamily="34" charset="-120"/>
              </a:rPr>
              <a:t> Struggle with inefficient data management and poor coordination.</a:t>
            </a:r>
            <a:endParaRPr lang="en-US" sz="950" dirty="0"/>
          </a:p>
          <a:p>
            <a:pPr marL="193040" indent="-193040" algn="l">
              <a:lnSpc>
                <a:spcPct val="133000"/>
              </a:lnSpc>
              <a:buSzPct val="100000"/>
              <a:buChar char="•"/>
            </a:pPr>
            <a:r>
              <a:rPr lang="en-US" sz="950" b="1" dirty="0">
                <a:solidFill>
                  <a:srgbClr val="405449"/>
                </a:solidFill>
                <a:latin typeface="Nobile Bold" panose="02000503050000020004" pitchFamily="34" charset="0"/>
                <a:ea typeface="Nobile Bold" panose="02000503050000020004" pitchFamily="34" charset="-122"/>
                <a:cs typeface="Nobile Bold" panose="02000503050000020004" pitchFamily="34" charset="-120"/>
              </a:rPr>
              <a:t>Healthcare Administrators:</a:t>
            </a:r>
            <a:r>
              <a:rPr lang="en-US" sz="950" dirty="0">
                <a:solidFill>
                  <a:srgbClr val="405449"/>
                </a:solidFill>
                <a:latin typeface="Nobile" panose="02000503050000020004" pitchFamily="34" charset="0"/>
                <a:ea typeface="Nobile" panose="02000503050000020004" pitchFamily="34" charset="-122"/>
                <a:cs typeface="Nobile" panose="02000503050000020004" pitchFamily="34" charset="-120"/>
              </a:rPr>
              <a:t> Lack critical insights for effective planning and resource allocation.</a:t>
            </a:r>
            <a:endParaRPr lang="en-US" sz="950" dirty="0"/>
          </a:p>
        </p:txBody>
      </p:sp>
      <p:pic>
        <p:nvPicPr>
          <p:cNvPr id="16" name="Image 0" descr="preencoded.png"/>
          <p:cNvPicPr>
            <a:picLocks noChangeAspect="1"/>
          </p:cNvPicPr>
          <p:nvPr/>
        </p:nvPicPr>
        <p:blipFill>
          <a:blip r:embed="rId3"/>
          <a:stretch>
            <a:fillRect/>
          </a:stretch>
        </p:blipFill>
        <p:spPr>
          <a:xfrm>
            <a:off x="7074719" y="10"/>
            <a:ext cx="2069604" cy="982266"/>
          </a:xfrm>
          <a:prstGeom prst="rect">
            <a:avLst/>
          </a:prstGeom>
        </p:spPr>
      </p:pic>
      <mc:AlternateContent xmlns:mc="http://schemas.openxmlformats.org/markup-compatibility/2006" xmlns:p14="http://schemas.microsoft.com/office/powerpoint/2010/main">
        <mc:Choice Requires="p14">
          <p:contentPart p14:bwMode="auto" r:id="rId4">
            <p14:nvContentPartPr>
              <p14:cNvPr id="17" name="Ink 16">
                <a:extLst>
                  <a:ext uri="{FF2B5EF4-FFF2-40B4-BE49-F238E27FC236}">
                    <a16:creationId xmlns:a16="http://schemas.microsoft.com/office/drawing/2014/main" id="{0BAFB932-589C-5F33-2808-01D1CAAB9DEB}"/>
                  </a:ext>
                </a:extLst>
              </p14:cNvPr>
              <p14:cNvContentPartPr/>
              <p14:nvPr/>
            </p14:nvContentPartPr>
            <p14:xfrm>
              <a:off x="8201465" y="4915911"/>
              <a:ext cx="752400" cy="36000"/>
            </p14:xfrm>
          </p:contentPart>
        </mc:Choice>
        <mc:Fallback xmlns="">
          <p:pic>
            <p:nvPicPr>
              <p:cNvPr id="17" name="Ink 16">
                <a:extLst>
                  <a:ext uri="{FF2B5EF4-FFF2-40B4-BE49-F238E27FC236}">
                    <a16:creationId xmlns:a16="http://schemas.microsoft.com/office/drawing/2014/main" id="{0BAFB932-589C-5F33-2808-01D1CAAB9DEB}"/>
                  </a:ext>
                </a:extLst>
              </p:cNvPr>
              <p:cNvPicPr/>
              <p:nvPr/>
            </p:nvPicPr>
            <p:blipFill>
              <a:blip r:embed="rId5"/>
              <a:stretch>
                <a:fillRect/>
              </a:stretch>
            </p:blipFill>
            <p:spPr>
              <a:xfrm>
                <a:off x="8138465" y="4853271"/>
                <a:ext cx="87804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9" name="Ink 18">
                <a:extLst>
                  <a:ext uri="{FF2B5EF4-FFF2-40B4-BE49-F238E27FC236}">
                    <a16:creationId xmlns:a16="http://schemas.microsoft.com/office/drawing/2014/main" id="{9DDE0960-2558-CC43-7EF0-FB58705A35B7}"/>
                  </a:ext>
                </a:extLst>
              </p14:cNvPr>
              <p14:cNvContentPartPr/>
              <p14:nvPr/>
            </p14:nvContentPartPr>
            <p14:xfrm>
              <a:off x="8028427" y="4929073"/>
              <a:ext cx="910196" cy="92476"/>
            </p14:xfrm>
          </p:contentPart>
        </mc:Choice>
        <mc:Fallback xmlns="">
          <p:pic>
            <p:nvPicPr>
              <p:cNvPr id="19" name="Ink 18">
                <a:extLst>
                  <a:ext uri="{FF2B5EF4-FFF2-40B4-BE49-F238E27FC236}">
                    <a16:creationId xmlns:a16="http://schemas.microsoft.com/office/drawing/2014/main" id="{9DDE0960-2558-CC43-7EF0-FB58705A35B7}"/>
                  </a:ext>
                </a:extLst>
              </p:cNvPr>
              <p:cNvPicPr/>
              <p:nvPr/>
            </p:nvPicPr>
            <p:blipFill>
              <a:blip r:embed="rId7"/>
              <a:stretch>
                <a:fillRect/>
              </a:stretch>
            </p:blipFill>
            <p:spPr>
              <a:xfrm>
                <a:off x="7965419" y="4866103"/>
                <a:ext cx="1035852" cy="218056"/>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1" name="Ink 20">
                <a:extLst>
                  <a:ext uri="{FF2B5EF4-FFF2-40B4-BE49-F238E27FC236}">
                    <a16:creationId xmlns:a16="http://schemas.microsoft.com/office/drawing/2014/main" id="{27882196-C45F-7B45-5A3B-996DE30AD5D2}"/>
                  </a:ext>
                </a:extLst>
              </p14:cNvPr>
              <p14:cNvContentPartPr/>
              <p14:nvPr/>
            </p14:nvContentPartPr>
            <p14:xfrm rot="-716820">
              <a:off x="9032971" y="4941934"/>
              <a:ext cx="66068" cy="64234"/>
            </p14:xfrm>
          </p:contentPart>
        </mc:Choice>
        <mc:Fallback xmlns="">
          <p:pic>
            <p:nvPicPr>
              <p:cNvPr id="21" name="Ink 20">
                <a:extLst>
                  <a:ext uri="{FF2B5EF4-FFF2-40B4-BE49-F238E27FC236}">
                    <a16:creationId xmlns:a16="http://schemas.microsoft.com/office/drawing/2014/main" id="{27882196-C45F-7B45-5A3B-996DE30AD5D2}"/>
                  </a:ext>
                </a:extLst>
              </p:cNvPr>
              <p:cNvPicPr/>
              <p:nvPr/>
            </p:nvPicPr>
            <p:blipFill>
              <a:blip r:embed="rId9"/>
              <a:stretch>
                <a:fillRect/>
              </a:stretch>
            </p:blipFill>
            <p:spPr>
              <a:xfrm rot="-716820">
                <a:off x="8970135" y="4879494"/>
                <a:ext cx="191382" cy="189472"/>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349597"/>
            <a:ext cx="8151763" cy="314920"/>
          </a:xfrm>
          <a:prstGeom prst="rect">
            <a:avLst/>
          </a:prstGeom>
          <a:noFill/>
        </p:spPr>
        <p:txBody>
          <a:bodyPr wrap="none" lIns="0" tIns="0" rIns="0" bIns="0" rtlCol="0" anchor="t"/>
          <a:lstStyle/>
          <a:p>
            <a:pPr marL="0" indent="0" algn="ctr">
              <a:lnSpc>
                <a:spcPct val="104000"/>
              </a:lnSpc>
              <a:buNone/>
            </a:pPr>
            <a:r>
              <a:rPr lang="en-US" sz="1950" dirty="0">
                <a:solidFill>
                  <a:srgbClr val="3B4540"/>
                </a:solidFill>
                <a:latin typeface="Fraunces ExtraBold" pitchFamily="34" charset="0"/>
                <a:ea typeface="Fraunces ExtraBold" pitchFamily="34" charset="-122"/>
                <a:cs typeface="Fraunces ExtraBold" pitchFamily="34" charset="-120"/>
              </a:rPr>
              <a:t>Need for the Project: Societal Imperative</a:t>
            </a:r>
            <a:endParaRPr lang="en-US" sz="1950" dirty="0"/>
          </a:p>
        </p:txBody>
      </p:sp>
      <p:sp>
        <p:nvSpPr>
          <p:cNvPr id="3" name="Text 1"/>
          <p:cNvSpPr/>
          <p:nvPr/>
        </p:nvSpPr>
        <p:spPr>
          <a:xfrm>
            <a:off x="496119" y="828229"/>
            <a:ext cx="8608963" cy="146075"/>
          </a:xfrm>
          <a:prstGeom prst="rect">
            <a:avLst/>
          </a:prstGeom>
          <a:noFill/>
        </p:spPr>
        <p:txBody>
          <a:bodyPr wrap="none" lIns="0" tIns="0" rIns="0" bIns="0" rtlCol="0" anchor="t"/>
          <a:lstStyle/>
          <a:p>
            <a:pPr marL="0" indent="0" algn="l">
              <a:lnSpc>
                <a:spcPct val="121000"/>
              </a:lnSpc>
              <a:buNone/>
            </a:pP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Our AI-driven healthcare ecosystem is designed to address critical needs, enhancing care for patients and efficiency for providers.</a:t>
            </a:r>
            <a:endParaRPr lang="en-US" sz="750" dirty="0"/>
          </a:p>
        </p:txBody>
      </p:sp>
      <p:sp>
        <p:nvSpPr>
          <p:cNvPr id="4" name="Text 2"/>
          <p:cNvSpPr/>
          <p:nvPr/>
        </p:nvSpPr>
        <p:spPr>
          <a:xfrm>
            <a:off x="496119" y="1115375"/>
            <a:ext cx="8151763" cy="251966"/>
          </a:xfrm>
          <a:prstGeom prst="rect">
            <a:avLst/>
          </a:prstGeom>
          <a:noFill/>
        </p:spPr>
        <p:txBody>
          <a:bodyPr wrap="none" lIns="0" tIns="0" rIns="0" bIns="0" rtlCol="0" anchor="t"/>
          <a:lstStyle/>
          <a:p>
            <a:pPr marL="0" indent="0" algn="l">
              <a:lnSpc>
                <a:spcPct val="104000"/>
              </a:lnSpc>
              <a:buNone/>
            </a:pPr>
            <a:r>
              <a:rPr lang="en-US" sz="1550" dirty="0">
                <a:solidFill>
                  <a:srgbClr val="3B4540"/>
                </a:solidFill>
                <a:latin typeface="Fraunces ExtraBold" pitchFamily="34" charset="0"/>
                <a:ea typeface="Fraunces ExtraBold" pitchFamily="34" charset="-122"/>
                <a:cs typeface="Fraunces ExtraBold" pitchFamily="34" charset="-120"/>
              </a:rPr>
              <a:t>Why is this Project Needed?</a:t>
            </a:r>
            <a:endParaRPr lang="en-US" sz="1550" dirty="0"/>
          </a:p>
        </p:txBody>
      </p:sp>
      <p:sp>
        <p:nvSpPr>
          <p:cNvPr id="5" name="Text 3"/>
          <p:cNvSpPr/>
          <p:nvPr/>
        </p:nvSpPr>
        <p:spPr>
          <a:xfrm>
            <a:off x="496119" y="1471836"/>
            <a:ext cx="8151763" cy="670247"/>
          </a:xfrm>
          <a:prstGeom prst="rect">
            <a:avLst/>
          </a:prstGeom>
          <a:noFill/>
        </p:spPr>
        <p:txBody>
          <a:bodyPr wrap="square" lIns="0" tIns="0" rIns="0" bIns="0" rtlCol="0" anchor="t">
            <a:normAutofit/>
          </a:bodyPr>
          <a:lstStyle/>
          <a:p>
            <a:pPr marL="152400" indent="-152400" algn="l">
              <a:lnSpc>
                <a:spcPct val="121000"/>
              </a:lnSpc>
              <a:buSzPct val="100000"/>
              <a:buChar char="•"/>
            </a:pP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To create a secure, centralized healthcare platform for unified data.</a:t>
            </a:r>
            <a:endParaRPr lang="en-US" sz="750" dirty="0"/>
          </a:p>
          <a:p>
            <a:pPr marL="152400" indent="-152400" algn="l">
              <a:lnSpc>
                <a:spcPct val="121000"/>
              </a:lnSpc>
              <a:buSzPct val="100000"/>
              <a:buChar char="•"/>
            </a:pP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To enable seamless data exchange using modern APIs.</a:t>
            </a:r>
            <a:endParaRPr lang="en-US" sz="750" dirty="0"/>
          </a:p>
          <a:p>
            <a:pPr marL="152400" indent="-152400" algn="l">
              <a:lnSpc>
                <a:spcPct val="121000"/>
              </a:lnSpc>
              <a:buSzPct val="100000"/>
              <a:buChar char="•"/>
            </a:pP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To improve appointment management and electronic medical records.</a:t>
            </a:r>
            <a:endParaRPr lang="en-US" sz="750" dirty="0"/>
          </a:p>
          <a:p>
            <a:pPr marL="152400" indent="-152400" algn="l">
              <a:lnSpc>
                <a:spcPct val="121000"/>
              </a:lnSpc>
              <a:buSzPct val="100000"/>
              <a:buChar char="•"/>
            </a:pP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To leverage AI for better clinical and operational decisions.</a:t>
            </a:r>
            <a:endParaRPr lang="en-US" sz="7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2234208"/>
            <a:ext cx="4034954" cy="1016868"/>
          </a:xfrm>
          <a:prstGeom prst="rect">
            <a:avLst/>
          </a:prstGeom>
        </p:spPr>
      </p:pic>
      <p:sp>
        <p:nvSpPr>
          <p:cNvPr id="7" name="Text 4"/>
          <p:cNvSpPr/>
          <p:nvPr/>
        </p:nvSpPr>
        <p:spPr>
          <a:xfrm>
            <a:off x="2453097" y="2309813"/>
            <a:ext cx="120923" cy="151135"/>
          </a:xfrm>
          <a:prstGeom prst="rect">
            <a:avLst/>
          </a:prstGeom>
          <a:noFill/>
        </p:spPr>
        <p:txBody>
          <a:bodyPr wrap="none" lIns="0" tIns="0" rIns="0" bIns="0" rtlCol="0" anchor="ctr"/>
          <a:lstStyle/>
          <a:p>
            <a:pPr marL="0" indent="0" algn="ctr">
              <a:lnSpc>
                <a:spcPct val="100000"/>
              </a:lnSpc>
              <a:buNone/>
            </a:pPr>
            <a:r>
              <a:rPr lang="en-US" sz="950" dirty="0">
                <a:solidFill>
                  <a:srgbClr val="FFFFFF"/>
                </a:solidFill>
                <a:latin typeface="Fraunces ExtraBold" pitchFamily="34" charset="0"/>
                <a:ea typeface="Fraunces ExtraBold" pitchFamily="34" charset="-122"/>
                <a:cs typeface="Fraunces ExtraBold" pitchFamily="34" charset="-120"/>
              </a:rPr>
              <a:t>1</a:t>
            </a:r>
            <a:endParaRPr lang="en-US" sz="950" dirty="0"/>
          </a:p>
        </p:txBody>
      </p:sp>
      <p:sp>
        <p:nvSpPr>
          <p:cNvPr id="8" name="Text 5"/>
          <p:cNvSpPr/>
          <p:nvPr/>
        </p:nvSpPr>
        <p:spPr>
          <a:xfrm>
            <a:off x="611163" y="2637309"/>
            <a:ext cx="3804865" cy="157460"/>
          </a:xfrm>
          <a:prstGeom prst="rect">
            <a:avLst/>
          </a:prstGeom>
          <a:noFill/>
        </p:spPr>
        <p:txBody>
          <a:bodyPr wrap="none" lIns="0" tIns="0" rIns="0" bIns="0" rtlCol="0" anchor="t"/>
          <a:lstStyle/>
          <a:p>
            <a:pPr marL="0" indent="0" algn="l">
              <a:lnSpc>
                <a:spcPct val="104000"/>
              </a:lnSpc>
              <a:buNone/>
            </a:pPr>
            <a:r>
              <a:rPr lang="en-US" sz="950" dirty="0">
                <a:solidFill>
                  <a:srgbClr val="405449"/>
                </a:solidFill>
                <a:latin typeface="Fraunces ExtraBold" pitchFamily="34" charset="0"/>
                <a:ea typeface="Fraunces ExtraBold" pitchFamily="34" charset="-122"/>
                <a:cs typeface="Fraunces ExtraBold" pitchFamily="34" charset="-120"/>
              </a:rPr>
              <a:t>Patients</a:t>
            </a:r>
            <a:endParaRPr lang="en-US" sz="950" dirty="0"/>
          </a:p>
        </p:txBody>
      </p:sp>
      <p:sp>
        <p:nvSpPr>
          <p:cNvPr id="9" name="Text 6"/>
          <p:cNvSpPr/>
          <p:nvPr/>
        </p:nvSpPr>
        <p:spPr>
          <a:xfrm>
            <a:off x="611163" y="2843882"/>
            <a:ext cx="3804865" cy="292150"/>
          </a:xfrm>
          <a:prstGeom prst="rect">
            <a:avLst/>
          </a:prstGeom>
          <a:noFill/>
        </p:spPr>
        <p:txBody>
          <a:bodyPr wrap="square" lIns="0" tIns="0" rIns="0" bIns="0" rtlCol="0" anchor="t">
            <a:normAutofit/>
          </a:bodyPr>
          <a:lstStyle/>
          <a:p>
            <a:pPr marL="0" indent="0" algn="l">
              <a:lnSpc>
                <a:spcPct val="121000"/>
              </a:lnSpc>
              <a:buNone/>
            </a:pP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Benefit from faster treatment, reduced wait times, and easy access to their complete medical records.</a:t>
            </a:r>
            <a:endParaRPr lang="en-US" sz="750" dirty="0"/>
          </a:p>
        </p:txBody>
      </p:sp>
      <p:pic>
        <p:nvPicPr>
          <p:cNvPr id="10"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12928" y="2234208"/>
            <a:ext cx="4034954" cy="1016868"/>
          </a:xfrm>
          <a:prstGeom prst="rect">
            <a:avLst/>
          </a:prstGeom>
        </p:spPr>
      </p:pic>
      <p:sp>
        <p:nvSpPr>
          <p:cNvPr id="11" name="Text 7"/>
          <p:cNvSpPr/>
          <p:nvPr/>
        </p:nvSpPr>
        <p:spPr>
          <a:xfrm>
            <a:off x="6569906" y="2309813"/>
            <a:ext cx="120923" cy="151135"/>
          </a:xfrm>
          <a:prstGeom prst="rect">
            <a:avLst/>
          </a:prstGeom>
          <a:noFill/>
        </p:spPr>
        <p:txBody>
          <a:bodyPr wrap="none" lIns="0" tIns="0" rIns="0" bIns="0" rtlCol="0" anchor="ctr"/>
          <a:lstStyle/>
          <a:p>
            <a:pPr marL="0" indent="0" algn="ctr">
              <a:lnSpc>
                <a:spcPct val="100000"/>
              </a:lnSpc>
              <a:buNone/>
            </a:pPr>
            <a:r>
              <a:rPr lang="en-US" sz="950" dirty="0">
                <a:solidFill>
                  <a:srgbClr val="FFFFFF"/>
                </a:solidFill>
                <a:latin typeface="Fraunces ExtraBold" pitchFamily="34" charset="0"/>
                <a:ea typeface="Fraunces ExtraBold" pitchFamily="34" charset="-122"/>
                <a:cs typeface="Fraunces ExtraBold" pitchFamily="34" charset="-120"/>
              </a:rPr>
              <a:t>2</a:t>
            </a:r>
            <a:endParaRPr lang="en-US" sz="950" dirty="0"/>
          </a:p>
        </p:txBody>
      </p:sp>
      <p:sp>
        <p:nvSpPr>
          <p:cNvPr id="12" name="Text 8"/>
          <p:cNvSpPr/>
          <p:nvPr/>
        </p:nvSpPr>
        <p:spPr>
          <a:xfrm>
            <a:off x="4727972" y="2637309"/>
            <a:ext cx="3804865" cy="157460"/>
          </a:xfrm>
          <a:prstGeom prst="rect">
            <a:avLst/>
          </a:prstGeom>
          <a:noFill/>
        </p:spPr>
        <p:txBody>
          <a:bodyPr wrap="none" lIns="0" tIns="0" rIns="0" bIns="0" rtlCol="0" anchor="t"/>
          <a:lstStyle/>
          <a:p>
            <a:pPr marL="0" indent="0" algn="l">
              <a:lnSpc>
                <a:spcPct val="104000"/>
              </a:lnSpc>
              <a:buNone/>
            </a:pPr>
            <a:r>
              <a:rPr lang="en-US" sz="950" dirty="0">
                <a:solidFill>
                  <a:srgbClr val="405449"/>
                </a:solidFill>
                <a:latin typeface="Fraunces ExtraBold" pitchFamily="34" charset="0"/>
                <a:ea typeface="Fraunces ExtraBold" pitchFamily="34" charset="-122"/>
                <a:cs typeface="Fraunces ExtraBold" pitchFamily="34" charset="-120"/>
              </a:rPr>
              <a:t>Doctors</a:t>
            </a:r>
            <a:endParaRPr lang="en-US" sz="950" dirty="0"/>
          </a:p>
        </p:txBody>
      </p:sp>
      <p:sp>
        <p:nvSpPr>
          <p:cNvPr id="13" name="Text 9"/>
          <p:cNvSpPr/>
          <p:nvPr/>
        </p:nvSpPr>
        <p:spPr>
          <a:xfrm>
            <a:off x="4727972" y="2843882"/>
            <a:ext cx="3804865" cy="292150"/>
          </a:xfrm>
          <a:prstGeom prst="rect">
            <a:avLst/>
          </a:prstGeom>
          <a:noFill/>
        </p:spPr>
        <p:txBody>
          <a:bodyPr wrap="square" lIns="0" tIns="0" rIns="0" bIns="0" rtlCol="0" anchor="t">
            <a:normAutofit/>
          </a:bodyPr>
          <a:lstStyle/>
          <a:p>
            <a:pPr marL="0" indent="0" algn="l">
              <a:lnSpc>
                <a:spcPct val="121000"/>
              </a:lnSpc>
              <a:buNone/>
            </a:pP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Gain access to comprehensive patient histories, enabling more accurate diagnoses and personalised care plans.</a:t>
            </a:r>
            <a:endParaRPr lang="en-US" sz="750" dirty="0"/>
          </a:p>
        </p:txBody>
      </p:sp>
      <p:pic>
        <p:nvPicPr>
          <p:cNvPr id="14"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3332931"/>
            <a:ext cx="4034954" cy="1016868"/>
          </a:xfrm>
          <a:prstGeom prst="rect">
            <a:avLst/>
          </a:prstGeom>
        </p:spPr>
      </p:pic>
      <p:sp>
        <p:nvSpPr>
          <p:cNvPr id="15" name="Text 10"/>
          <p:cNvSpPr/>
          <p:nvPr/>
        </p:nvSpPr>
        <p:spPr>
          <a:xfrm>
            <a:off x="2453097" y="3408536"/>
            <a:ext cx="120923" cy="151135"/>
          </a:xfrm>
          <a:prstGeom prst="rect">
            <a:avLst/>
          </a:prstGeom>
          <a:noFill/>
        </p:spPr>
        <p:txBody>
          <a:bodyPr wrap="none" lIns="0" tIns="0" rIns="0" bIns="0" rtlCol="0" anchor="ctr"/>
          <a:lstStyle/>
          <a:p>
            <a:pPr marL="0" indent="0" algn="ctr">
              <a:lnSpc>
                <a:spcPct val="100000"/>
              </a:lnSpc>
              <a:buNone/>
            </a:pPr>
            <a:r>
              <a:rPr lang="en-US" sz="950" dirty="0">
                <a:solidFill>
                  <a:srgbClr val="FFFFFF"/>
                </a:solidFill>
                <a:latin typeface="Fraunces ExtraBold" pitchFamily="34" charset="0"/>
                <a:ea typeface="Fraunces ExtraBold" pitchFamily="34" charset="-122"/>
                <a:cs typeface="Fraunces ExtraBold" pitchFamily="34" charset="-120"/>
              </a:rPr>
              <a:t>3</a:t>
            </a:r>
            <a:endParaRPr lang="en-US" sz="950" dirty="0"/>
          </a:p>
        </p:txBody>
      </p:sp>
      <p:sp>
        <p:nvSpPr>
          <p:cNvPr id="16" name="Text 11"/>
          <p:cNvSpPr/>
          <p:nvPr/>
        </p:nvSpPr>
        <p:spPr>
          <a:xfrm>
            <a:off x="611163" y="3736032"/>
            <a:ext cx="3804865" cy="157460"/>
          </a:xfrm>
          <a:prstGeom prst="rect">
            <a:avLst/>
          </a:prstGeom>
          <a:noFill/>
        </p:spPr>
        <p:txBody>
          <a:bodyPr wrap="none" lIns="0" tIns="0" rIns="0" bIns="0" rtlCol="0" anchor="t"/>
          <a:lstStyle/>
          <a:p>
            <a:pPr marL="0" indent="0" algn="l">
              <a:lnSpc>
                <a:spcPct val="104000"/>
              </a:lnSpc>
              <a:buNone/>
            </a:pPr>
            <a:r>
              <a:rPr lang="en-US" sz="950" dirty="0">
                <a:solidFill>
                  <a:srgbClr val="405449"/>
                </a:solidFill>
                <a:latin typeface="Fraunces ExtraBold" pitchFamily="34" charset="0"/>
                <a:ea typeface="Fraunces ExtraBold" pitchFamily="34" charset="-122"/>
                <a:cs typeface="Fraunces ExtraBold" pitchFamily="34" charset="-120"/>
              </a:rPr>
              <a:t>Hospitals &amp; Administrators</a:t>
            </a:r>
            <a:endParaRPr lang="en-US" sz="950" dirty="0"/>
          </a:p>
        </p:txBody>
      </p:sp>
      <p:sp>
        <p:nvSpPr>
          <p:cNvPr id="17" name="Text 12"/>
          <p:cNvSpPr/>
          <p:nvPr/>
        </p:nvSpPr>
        <p:spPr>
          <a:xfrm>
            <a:off x="611163" y="3942606"/>
            <a:ext cx="3804865" cy="292150"/>
          </a:xfrm>
          <a:prstGeom prst="rect">
            <a:avLst/>
          </a:prstGeom>
          <a:noFill/>
        </p:spPr>
        <p:txBody>
          <a:bodyPr wrap="square" lIns="0" tIns="0" rIns="0" bIns="0" rtlCol="0" anchor="t">
            <a:normAutofit/>
          </a:bodyPr>
          <a:lstStyle/>
          <a:p>
            <a:pPr marL="0" indent="0" algn="l">
              <a:lnSpc>
                <a:spcPct val="121000"/>
              </a:lnSpc>
              <a:buNone/>
            </a:pP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Achieve improved operational efficiency, better resource management, and data-driven insights for strategic planning.</a:t>
            </a:r>
            <a:endParaRPr lang="en-US" sz="750" dirty="0"/>
          </a:p>
        </p:txBody>
      </p:sp>
      <p:pic>
        <p:nvPicPr>
          <p:cNvPr id="18"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12928" y="3332931"/>
            <a:ext cx="4034954" cy="1016868"/>
          </a:xfrm>
          <a:prstGeom prst="rect">
            <a:avLst/>
          </a:prstGeom>
        </p:spPr>
      </p:pic>
      <p:sp>
        <p:nvSpPr>
          <p:cNvPr id="19" name="Text 13"/>
          <p:cNvSpPr/>
          <p:nvPr/>
        </p:nvSpPr>
        <p:spPr>
          <a:xfrm>
            <a:off x="6569906" y="3408536"/>
            <a:ext cx="120923" cy="151135"/>
          </a:xfrm>
          <a:prstGeom prst="rect">
            <a:avLst/>
          </a:prstGeom>
          <a:noFill/>
        </p:spPr>
        <p:txBody>
          <a:bodyPr wrap="none" lIns="0" tIns="0" rIns="0" bIns="0" rtlCol="0" anchor="ctr"/>
          <a:lstStyle/>
          <a:p>
            <a:pPr marL="0" indent="0" algn="ctr">
              <a:lnSpc>
                <a:spcPct val="100000"/>
              </a:lnSpc>
              <a:buNone/>
            </a:pPr>
            <a:r>
              <a:rPr lang="en-US" sz="950" dirty="0">
                <a:solidFill>
                  <a:srgbClr val="FFFFFF"/>
                </a:solidFill>
                <a:latin typeface="Fraunces ExtraBold" pitchFamily="34" charset="0"/>
                <a:ea typeface="Fraunces ExtraBold" pitchFamily="34" charset="-122"/>
                <a:cs typeface="Fraunces ExtraBold" pitchFamily="34" charset="-120"/>
              </a:rPr>
              <a:t>4</a:t>
            </a:r>
            <a:endParaRPr lang="en-US" sz="950" dirty="0"/>
          </a:p>
        </p:txBody>
      </p:sp>
      <p:sp>
        <p:nvSpPr>
          <p:cNvPr id="20" name="Text 14"/>
          <p:cNvSpPr/>
          <p:nvPr/>
        </p:nvSpPr>
        <p:spPr>
          <a:xfrm>
            <a:off x="4727972" y="3736032"/>
            <a:ext cx="3804865" cy="157460"/>
          </a:xfrm>
          <a:prstGeom prst="rect">
            <a:avLst/>
          </a:prstGeom>
          <a:noFill/>
        </p:spPr>
        <p:txBody>
          <a:bodyPr wrap="none" lIns="0" tIns="0" rIns="0" bIns="0" rtlCol="0" anchor="t"/>
          <a:lstStyle/>
          <a:p>
            <a:pPr marL="0" indent="0" algn="l">
              <a:lnSpc>
                <a:spcPct val="104000"/>
              </a:lnSpc>
              <a:buNone/>
            </a:pPr>
            <a:r>
              <a:rPr lang="en-US" sz="950" dirty="0">
                <a:solidFill>
                  <a:srgbClr val="405449"/>
                </a:solidFill>
                <a:latin typeface="Fraunces ExtraBold" pitchFamily="34" charset="0"/>
                <a:ea typeface="Fraunces ExtraBold" pitchFamily="34" charset="-122"/>
                <a:cs typeface="Fraunces ExtraBold" pitchFamily="34" charset="-120"/>
              </a:rPr>
              <a:t>Societal Impact</a:t>
            </a:r>
            <a:endParaRPr lang="en-US" sz="950" dirty="0"/>
          </a:p>
        </p:txBody>
      </p:sp>
      <p:sp>
        <p:nvSpPr>
          <p:cNvPr id="21" name="Text 15"/>
          <p:cNvSpPr/>
          <p:nvPr/>
        </p:nvSpPr>
        <p:spPr>
          <a:xfrm>
            <a:off x="4727972" y="3942606"/>
            <a:ext cx="3804865" cy="292150"/>
          </a:xfrm>
          <a:prstGeom prst="rect">
            <a:avLst/>
          </a:prstGeom>
          <a:noFill/>
        </p:spPr>
        <p:txBody>
          <a:bodyPr wrap="square" lIns="0" tIns="0" rIns="0" bIns="0" rtlCol="0" anchor="t">
            <a:normAutofit/>
          </a:bodyPr>
          <a:lstStyle/>
          <a:p>
            <a:pPr marL="0" indent="0" algn="l">
              <a:lnSpc>
                <a:spcPct val="121000"/>
              </a:lnSpc>
              <a:buNone/>
            </a:pP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Contributes to digital transformation in healthcare, reducing costs, improving public health outcomes, and fostering innovation.</a:t>
            </a:r>
            <a:endParaRPr lang="en-US" sz="750" dirty="0"/>
          </a:p>
        </p:txBody>
      </p:sp>
      <p:sp>
        <p:nvSpPr>
          <p:cNvPr id="22" name="Shape 16"/>
          <p:cNvSpPr/>
          <p:nvPr/>
        </p:nvSpPr>
        <p:spPr>
          <a:xfrm>
            <a:off x="496119" y="4441924"/>
            <a:ext cx="8151763" cy="351904"/>
          </a:xfrm>
          <a:prstGeom prst="roundRect">
            <a:avLst>
              <a:gd name="adj" fmla="val 25777"/>
            </a:avLst>
          </a:prstGeom>
          <a:solidFill>
            <a:srgbClr val="DDEEE0"/>
          </a:solidFill>
        </p:spPr>
      </p:sp>
      <p:pic>
        <p:nvPicPr>
          <p:cNvPr id="23" name="Image 4" descr="preencoded.png"/>
          <p:cNvPicPr>
            <a:picLocks noChangeAspect="1"/>
          </p:cNvPicPr>
          <p:nvPr/>
        </p:nvPicPr>
        <p:blipFill>
          <a:blip r:embed="rId4"/>
          <a:stretch>
            <a:fillRect/>
          </a:stretch>
        </p:blipFill>
        <p:spPr>
          <a:xfrm>
            <a:off x="596875" y="4579665"/>
            <a:ext cx="125983" cy="100757"/>
          </a:xfrm>
          <a:prstGeom prst="rect">
            <a:avLst/>
          </a:prstGeom>
        </p:spPr>
      </p:pic>
      <p:sp>
        <p:nvSpPr>
          <p:cNvPr id="24" name="Text 17"/>
          <p:cNvSpPr/>
          <p:nvPr/>
        </p:nvSpPr>
        <p:spPr>
          <a:xfrm>
            <a:off x="823615" y="4548932"/>
            <a:ext cx="8180710" cy="146075"/>
          </a:xfrm>
          <a:prstGeom prst="rect">
            <a:avLst/>
          </a:prstGeom>
          <a:noFill/>
        </p:spPr>
        <p:txBody>
          <a:bodyPr wrap="none" lIns="0" tIns="0" rIns="0" bIns="0" rtlCol="0" anchor="t"/>
          <a:lstStyle/>
          <a:p>
            <a:pPr marL="0" indent="0" algn="l">
              <a:lnSpc>
                <a:spcPct val="121000"/>
              </a:lnSpc>
              <a:buNone/>
            </a:pPr>
            <a:r>
              <a:rPr lang="en-US" sz="750" dirty="0">
                <a:solidFill>
                  <a:srgbClr val="000000"/>
                </a:solidFill>
                <a:latin typeface="Nobile" panose="02000503050000020004" pitchFamily="34" charset="0"/>
                <a:ea typeface="Nobile" panose="02000503050000020004" pitchFamily="34" charset="-122"/>
                <a:cs typeface="Nobile" panose="02000503050000020004" pitchFamily="34" charset="-120"/>
              </a:rPr>
              <a:t>       This project aims to bridge current gaps in healthcare data management, leading to tangible improvements in patient care and operational effectiveness.     </a:t>
            </a:r>
            <a:endParaRPr lang="en-US" sz="750" dirty="0"/>
          </a:p>
        </p:txBody>
      </p:sp>
      <p:pic>
        <p:nvPicPr>
          <p:cNvPr id="25" name="Image 0" descr="preencoded.png"/>
          <p:cNvPicPr>
            <a:picLocks noChangeAspect="1"/>
          </p:cNvPicPr>
          <p:nvPr/>
        </p:nvPicPr>
        <p:blipFill>
          <a:blip r:embed="rId5"/>
          <a:stretch>
            <a:fillRect/>
          </a:stretch>
        </p:blipFill>
        <p:spPr>
          <a:xfrm>
            <a:off x="7152005" y="0"/>
            <a:ext cx="1991995" cy="982345"/>
          </a:xfrm>
          <a:prstGeom prst="rect">
            <a:avLst/>
          </a:prstGeom>
        </p:spPr>
      </p:pic>
      <mc:AlternateContent xmlns:mc="http://schemas.openxmlformats.org/markup-compatibility/2006" xmlns:p14="http://schemas.microsoft.com/office/powerpoint/2010/main">
        <mc:Choice Requires="p14">
          <p:contentPart p14:bwMode="auto" r:id="rId6">
            <p14:nvContentPartPr>
              <p14:cNvPr id="27" name="Ink 26">
                <a:extLst>
                  <a:ext uri="{FF2B5EF4-FFF2-40B4-BE49-F238E27FC236}">
                    <a16:creationId xmlns:a16="http://schemas.microsoft.com/office/drawing/2014/main" id="{B5F2E2AA-D56A-0053-D5B1-610A9CCC813F}"/>
                  </a:ext>
                </a:extLst>
              </p14:cNvPr>
              <p14:cNvContentPartPr/>
              <p14:nvPr/>
            </p14:nvContentPartPr>
            <p14:xfrm>
              <a:off x="8142840" y="4960440"/>
              <a:ext cx="850680" cy="720"/>
            </p14:xfrm>
          </p:contentPart>
        </mc:Choice>
        <mc:Fallback xmlns="">
          <p:pic>
            <p:nvPicPr>
              <p:cNvPr id="27" name="Ink 26">
                <a:extLst>
                  <a:ext uri="{FF2B5EF4-FFF2-40B4-BE49-F238E27FC236}">
                    <a16:creationId xmlns:a16="http://schemas.microsoft.com/office/drawing/2014/main" id="{B5F2E2AA-D56A-0053-D5B1-610A9CCC813F}"/>
                  </a:ext>
                </a:extLst>
              </p:cNvPr>
              <p:cNvPicPr/>
              <p:nvPr/>
            </p:nvPicPr>
            <p:blipFill>
              <a:blip r:embed="rId7"/>
              <a:stretch>
                <a:fillRect/>
              </a:stretch>
            </p:blipFill>
            <p:spPr>
              <a:xfrm>
                <a:off x="8079840" y="4834440"/>
                <a:ext cx="97632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8" name="Ink 27">
                <a:extLst>
                  <a:ext uri="{FF2B5EF4-FFF2-40B4-BE49-F238E27FC236}">
                    <a16:creationId xmlns:a16="http://schemas.microsoft.com/office/drawing/2014/main" id="{CB7996AD-2AEC-3A36-2E1A-6CEFD2A73E05}"/>
                  </a:ext>
                </a:extLst>
              </p14:cNvPr>
              <p14:cNvContentPartPr/>
              <p14:nvPr/>
            </p14:nvContentPartPr>
            <p14:xfrm>
              <a:off x="8004600" y="4731120"/>
              <a:ext cx="996480" cy="288720"/>
            </p14:xfrm>
          </p:contentPart>
        </mc:Choice>
        <mc:Fallback xmlns="">
          <p:pic>
            <p:nvPicPr>
              <p:cNvPr id="28" name="Ink 27">
                <a:extLst>
                  <a:ext uri="{FF2B5EF4-FFF2-40B4-BE49-F238E27FC236}">
                    <a16:creationId xmlns:a16="http://schemas.microsoft.com/office/drawing/2014/main" id="{CB7996AD-2AEC-3A36-2E1A-6CEFD2A73E05}"/>
                  </a:ext>
                </a:extLst>
              </p:cNvPr>
              <p:cNvPicPr/>
              <p:nvPr/>
            </p:nvPicPr>
            <p:blipFill>
              <a:blip r:embed="rId9"/>
              <a:stretch>
                <a:fillRect/>
              </a:stretch>
            </p:blipFill>
            <p:spPr>
              <a:xfrm>
                <a:off x="7941600" y="4668480"/>
                <a:ext cx="1122120" cy="41436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925264"/>
            <a:ext cx="8151763" cy="310083"/>
          </a:xfrm>
          <a:prstGeom prst="rect">
            <a:avLst/>
          </a:prstGeom>
          <a:noFill/>
        </p:spPr>
        <p:txBody>
          <a:bodyPr wrap="none" lIns="0" tIns="0" rIns="0" bIns="0" rtlCol="0" anchor="t"/>
          <a:lstStyle/>
          <a:p>
            <a:pPr marL="0" indent="0" algn="l">
              <a:lnSpc>
                <a:spcPct val="104000"/>
              </a:lnSpc>
              <a:buNone/>
            </a:pPr>
            <a:r>
              <a:rPr lang="en-US" sz="1950" dirty="0">
                <a:solidFill>
                  <a:srgbClr val="3B4540"/>
                </a:solidFill>
                <a:latin typeface="Fraunces ExtraBold" pitchFamily="34" charset="0"/>
                <a:ea typeface="Fraunces ExtraBold" pitchFamily="34" charset="-122"/>
                <a:cs typeface="Fraunces ExtraBold" pitchFamily="34" charset="-120"/>
              </a:rPr>
              <a:t>Project Objectives</a:t>
            </a:r>
            <a:endParaRPr lang="en-US" sz="1950" dirty="0"/>
          </a:p>
        </p:txBody>
      </p:sp>
      <p:sp>
        <p:nvSpPr>
          <p:cNvPr id="3" name="Shape 1"/>
          <p:cNvSpPr/>
          <p:nvPr/>
        </p:nvSpPr>
        <p:spPr>
          <a:xfrm>
            <a:off x="496119" y="1483370"/>
            <a:ext cx="1944960" cy="1697757"/>
          </a:xfrm>
          <a:prstGeom prst="roundRect">
            <a:avLst>
              <a:gd name="adj" fmla="val 6576"/>
            </a:avLst>
          </a:prstGeom>
          <a:solidFill>
            <a:srgbClr val="E8F3E8"/>
          </a:solidFill>
        </p:spPr>
      </p:sp>
      <p:sp>
        <p:nvSpPr>
          <p:cNvPr id="4" name="Text 2"/>
          <p:cNvSpPr/>
          <p:nvPr/>
        </p:nvSpPr>
        <p:spPr>
          <a:xfrm>
            <a:off x="620092" y="1607344"/>
            <a:ext cx="1697013" cy="387697"/>
          </a:xfrm>
          <a:prstGeom prst="rect">
            <a:avLst/>
          </a:prstGeom>
          <a:noFill/>
        </p:spPr>
        <p:txBody>
          <a:bodyPr wrap="square" lIns="0" tIns="0" rIns="0" bIns="0" rtlCol="0" anchor="t">
            <a:normAutofit/>
          </a:bodyPr>
          <a:lstStyle/>
          <a:p>
            <a:pPr marL="0" indent="0" algn="l">
              <a:lnSpc>
                <a:spcPct val="104000"/>
              </a:lnSpc>
              <a:buNone/>
            </a:pPr>
            <a:r>
              <a:rPr lang="en-US" sz="1200" dirty="0">
                <a:solidFill>
                  <a:srgbClr val="405449"/>
                </a:solidFill>
                <a:latin typeface="Fraunces ExtraBold" pitchFamily="34" charset="0"/>
                <a:ea typeface="Fraunces ExtraBold" pitchFamily="34" charset="-122"/>
                <a:cs typeface="Fraunces ExtraBold" pitchFamily="34" charset="-120"/>
              </a:rPr>
              <a:t>Efficient Data Management</a:t>
            </a:r>
            <a:endParaRPr lang="en-US" sz="1200" dirty="0"/>
          </a:p>
        </p:txBody>
      </p:sp>
      <p:sp>
        <p:nvSpPr>
          <p:cNvPr id="5" name="Text 3"/>
          <p:cNvSpPr/>
          <p:nvPr/>
        </p:nvSpPr>
        <p:spPr>
          <a:xfrm>
            <a:off x="620092" y="2069455"/>
            <a:ext cx="1697013" cy="595387"/>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405449"/>
                </a:solidFill>
                <a:latin typeface="Nobile" panose="02000503050000020004" pitchFamily="34" charset="0"/>
                <a:ea typeface="Nobile" panose="02000503050000020004" pitchFamily="34" charset="-122"/>
                <a:cs typeface="Nobile" panose="02000503050000020004" pitchFamily="34" charset="-120"/>
              </a:rPr>
              <a:t>Capture and maintain patient and clinician records with audit trails.</a:t>
            </a:r>
            <a:endParaRPr lang="en-US" sz="950" dirty="0"/>
          </a:p>
        </p:txBody>
      </p:sp>
      <p:sp>
        <p:nvSpPr>
          <p:cNvPr id="6" name="Shape 4"/>
          <p:cNvSpPr/>
          <p:nvPr/>
        </p:nvSpPr>
        <p:spPr>
          <a:xfrm>
            <a:off x="2565053" y="1483370"/>
            <a:ext cx="1944960" cy="1697757"/>
          </a:xfrm>
          <a:prstGeom prst="roundRect">
            <a:avLst>
              <a:gd name="adj" fmla="val 6576"/>
            </a:avLst>
          </a:prstGeom>
          <a:solidFill>
            <a:srgbClr val="E8F3E8"/>
          </a:solidFill>
        </p:spPr>
      </p:sp>
      <p:sp>
        <p:nvSpPr>
          <p:cNvPr id="7" name="Text 5"/>
          <p:cNvSpPr/>
          <p:nvPr/>
        </p:nvSpPr>
        <p:spPr>
          <a:xfrm>
            <a:off x="2689027" y="1607344"/>
            <a:ext cx="1697013" cy="581546"/>
          </a:xfrm>
          <a:prstGeom prst="rect">
            <a:avLst/>
          </a:prstGeom>
          <a:noFill/>
        </p:spPr>
        <p:txBody>
          <a:bodyPr wrap="square" lIns="0" tIns="0" rIns="0" bIns="0" rtlCol="0" anchor="t">
            <a:normAutofit/>
          </a:bodyPr>
          <a:lstStyle/>
          <a:p>
            <a:pPr marL="0" indent="0" algn="l">
              <a:lnSpc>
                <a:spcPct val="104000"/>
              </a:lnSpc>
              <a:buNone/>
            </a:pPr>
            <a:r>
              <a:rPr lang="en-US" sz="1200" dirty="0">
                <a:solidFill>
                  <a:srgbClr val="405449"/>
                </a:solidFill>
                <a:latin typeface="Fraunces ExtraBold" pitchFamily="34" charset="0"/>
                <a:ea typeface="Fraunces ExtraBold" pitchFamily="34" charset="-122"/>
                <a:cs typeface="Fraunces ExtraBold" pitchFamily="34" charset="-120"/>
              </a:rPr>
              <a:t>Secure Appointments &amp; EMR</a:t>
            </a:r>
            <a:endParaRPr lang="en-US" sz="1200" dirty="0"/>
          </a:p>
        </p:txBody>
      </p:sp>
      <p:sp>
        <p:nvSpPr>
          <p:cNvPr id="8" name="Text 6"/>
          <p:cNvSpPr/>
          <p:nvPr/>
        </p:nvSpPr>
        <p:spPr>
          <a:xfrm>
            <a:off x="2689027" y="2263304"/>
            <a:ext cx="1697013" cy="793849"/>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405449"/>
                </a:solidFill>
                <a:latin typeface="Nobile" panose="02000503050000020004" pitchFamily="34" charset="0"/>
                <a:ea typeface="Nobile" panose="02000503050000020004" pitchFamily="34" charset="-122"/>
                <a:cs typeface="Nobile" panose="02000503050000020004" pitchFamily="34" charset="-120"/>
              </a:rPr>
              <a:t>Electronic Medical Records and appointment workflows with conflict resolution and notifications.</a:t>
            </a:r>
            <a:endParaRPr lang="en-US" sz="950" dirty="0"/>
          </a:p>
        </p:txBody>
      </p:sp>
      <p:sp>
        <p:nvSpPr>
          <p:cNvPr id="9" name="Shape 7"/>
          <p:cNvSpPr/>
          <p:nvPr/>
        </p:nvSpPr>
        <p:spPr>
          <a:xfrm>
            <a:off x="4633987" y="1483370"/>
            <a:ext cx="1944960" cy="1697757"/>
          </a:xfrm>
          <a:prstGeom prst="roundRect">
            <a:avLst>
              <a:gd name="adj" fmla="val 6576"/>
            </a:avLst>
          </a:prstGeom>
          <a:solidFill>
            <a:srgbClr val="E8F3E8"/>
          </a:solidFill>
        </p:spPr>
      </p:sp>
      <p:sp>
        <p:nvSpPr>
          <p:cNvPr id="10" name="Text 8"/>
          <p:cNvSpPr/>
          <p:nvPr/>
        </p:nvSpPr>
        <p:spPr>
          <a:xfrm>
            <a:off x="4757961" y="1607344"/>
            <a:ext cx="1697013" cy="193849"/>
          </a:xfrm>
          <a:prstGeom prst="rect">
            <a:avLst/>
          </a:prstGeom>
          <a:noFill/>
        </p:spPr>
        <p:txBody>
          <a:bodyPr wrap="none" lIns="0" tIns="0" rIns="0" bIns="0" rtlCol="0" anchor="t"/>
          <a:lstStyle/>
          <a:p>
            <a:pPr marL="0" indent="0" algn="l">
              <a:lnSpc>
                <a:spcPct val="104000"/>
              </a:lnSpc>
              <a:buNone/>
            </a:pPr>
            <a:r>
              <a:rPr lang="en-US" sz="1200" dirty="0">
                <a:solidFill>
                  <a:srgbClr val="405449"/>
                </a:solidFill>
                <a:latin typeface="Fraunces ExtraBold" pitchFamily="34" charset="0"/>
                <a:ea typeface="Fraunces ExtraBold" pitchFamily="34" charset="-122"/>
                <a:cs typeface="Fraunces ExtraBold" pitchFamily="34" charset="-120"/>
              </a:rPr>
              <a:t>Interoperable APIs</a:t>
            </a:r>
            <a:endParaRPr lang="en-US" sz="1200" dirty="0"/>
          </a:p>
        </p:txBody>
      </p:sp>
      <p:sp>
        <p:nvSpPr>
          <p:cNvPr id="11" name="Text 9"/>
          <p:cNvSpPr/>
          <p:nvPr/>
        </p:nvSpPr>
        <p:spPr>
          <a:xfrm>
            <a:off x="4757961" y="1875606"/>
            <a:ext cx="1697013" cy="793849"/>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405449"/>
                </a:solidFill>
                <a:latin typeface="Nobile" panose="02000503050000020004" pitchFamily="34" charset="0"/>
                <a:ea typeface="Nobile" panose="02000503050000020004" pitchFamily="34" charset="-122"/>
                <a:cs typeface="Nobile" panose="02000503050000020004" pitchFamily="34" charset="-120"/>
              </a:rPr>
              <a:t>RESTful interfaces to enable secure exchange across systems and third-party integrations.</a:t>
            </a:r>
            <a:endParaRPr lang="en-US" sz="950" dirty="0"/>
          </a:p>
        </p:txBody>
      </p:sp>
      <p:sp>
        <p:nvSpPr>
          <p:cNvPr id="12" name="Shape 10"/>
          <p:cNvSpPr/>
          <p:nvPr/>
        </p:nvSpPr>
        <p:spPr>
          <a:xfrm>
            <a:off x="6702921" y="1483370"/>
            <a:ext cx="1944960" cy="1697757"/>
          </a:xfrm>
          <a:prstGeom prst="roundRect">
            <a:avLst>
              <a:gd name="adj" fmla="val 6576"/>
            </a:avLst>
          </a:prstGeom>
          <a:solidFill>
            <a:srgbClr val="E8F3E8"/>
          </a:solidFill>
        </p:spPr>
      </p:sp>
      <p:sp>
        <p:nvSpPr>
          <p:cNvPr id="13" name="Text 11"/>
          <p:cNvSpPr/>
          <p:nvPr/>
        </p:nvSpPr>
        <p:spPr>
          <a:xfrm>
            <a:off x="6826895" y="1607344"/>
            <a:ext cx="1697013" cy="387697"/>
          </a:xfrm>
          <a:prstGeom prst="rect">
            <a:avLst/>
          </a:prstGeom>
          <a:noFill/>
        </p:spPr>
        <p:txBody>
          <a:bodyPr wrap="square" lIns="0" tIns="0" rIns="0" bIns="0" rtlCol="0" anchor="t">
            <a:normAutofit/>
          </a:bodyPr>
          <a:lstStyle/>
          <a:p>
            <a:pPr marL="0" indent="0" algn="l">
              <a:lnSpc>
                <a:spcPct val="104000"/>
              </a:lnSpc>
              <a:buNone/>
            </a:pPr>
            <a:r>
              <a:rPr lang="en-US" sz="1200" dirty="0">
                <a:solidFill>
                  <a:srgbClr val="405449"/>
                </a:solidFill>
                <a:latin typeface="Fraunces ExtraBold" pitchFamily="34" charset="0"/>
                <a:ea typeface="Fraunces ExtraBold" pitchFamily="34" charset="-122"/>
                <a:cs typeface="Fraunces ExtraBold" pitchFamily="34" charset="-120"/>
              </a:rPr>
              <a:t>Authentication &amp; Authorization</a:t>
            </a:r>
            <a:endParaRPr lang="en-US" sz="1200" dirty="0"/>
          </a:p>
        </p:txBody>
      </p:sp>
      <p:sp>
        <p:nvSpPr>
          <p:cNvPr id="14" name="Text 12"/>
          <p:cNvSpPr/>
          <p:nvPr/>
        </p:nvSpPr>
        <p:spPr>
          <a:xfrm>
            <a:off x="6826895" y="2069455"/>
            <a:ext cx="1697013" cy="793849"/>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405449"/>
                </a:solidFill>
                <a:latin typeface="Nobile" panose="02000503050000020004" pitchFamily="34" charset="0"/>
                <a:ea typeface="Nobile" panose="02000503050000020004" pitchFamily="34" charset="-122"/>
                <a:cs typeface="Nobile" panose="02000503050000020004" pitchFamily="34" charset="-120"/>
              </a:rPr>
              <a:t>JWT authentication and role-based authorization (patients, doctors, labs, admins).</a:t>
            </a:r>
            <a:endParaRPr lang="en-US" sz="950" dirty="0"/>
          </a:p>
        </p:txBody>
      </p:sp>
      <p:sp>
        <p:nvSpPr>
          <p:cNvPr id="15" name="Shape 13"/>
          <p:cNvSpPr/>
          <p:nvPr/>
        </p:nvSpPr>
        <p:spPr>
          <a:xfrm>
            <a:off x="496119" y="3305101"/>
            <a:ext cx="4013895" cy="913135"/>
          </a:xfrm>
          <a:prstGeom prst="roundRect">
            <a:avLst>
              <a:gd name="adj" fmla="val 12226"/>
            </a:avLst>
          </a:prstGeom>
          <a:solidFill>
            <a:srgbClr val="E8F3E8"/>
          </a:solidFill>
        </p:spPr>
      </p:sp>
      <p:sp>
        <p:nvSpPr>
          <p:cNvPr id="16" name="Text 14"/>
          <p:cNvSpPr/>
          <p:nvPr/>
        </p:nvSpPr>
        <p:spPr>
          <a:xfrm>
            <a:off x="620092" y="3429074"/>
            <a:ext cx="3765947" cy="193849"/>
          </a:xfrm>
          <a:prstGeom prst="rect">
            <a:avLst/>
          </a:prstGeom>
          <a:noFill/>
        </p:spPr>
        <p:txBody>
          <a:bodyPr wrap="none" lIns="0" tIns="0" rIns="0" bIns="0" rtlCol="0" anchor="t"/>
          <a:lstStyle/>
          <a:p>
            <a:pPr marL="0" indent="0" algn="l">
              <a:lnSpc>
                <a:spcPct val="104000"/>
              </a:lnSpc>
              <a:buNone/>
            </a:pPr>
            <a:r>
              <a:rPr lang="en-US" sz="1200" dirty="0">
                <a:solidFill>
                  <a:srgbClr val="405449"/>
                </a:solidFill>
                <a:latin typeface="Fraunces ExtraBold" pitchFamily="34" charset="0"/>
                <a:ea typeface="Fraunces ExtraBold" pitchFamily="34" charset="-122"/>
                <a:cs typeface="Fraunces ExtraBold" pitchFamily="34" charset="-120"/>
              </a:rPr>
              <a:t>Hybrid Data Storage</a:t>
            </a:r>
            <a:endParaRPr lang="en-US" sz="1200" dirty="0"/>
          </a:p>
        </p:txBody>
      </p:sp>
      <p:sp>
        <p:nvSpPr>
          <p:cNvPr id="17" name="Text 15"/>
          <p:cNvSpPr/>
          <p:nvPr/>
        </p:nvSpPr>
        <p:spPr>
          <a:xfrm>
            <a:off x="620092" y="3697337"/>
            <a:ext cx="3765947" cy="396925"/>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405449"/>
                </a:solidFill>
                <a:latin typeface="Nobile" panose="02000503050000020004" pitchFamily="34" charset="0"/>
                <a:ea typeface="Nobile" panose="02000503050000020004" pitchFamily="34" charset="-122"/>
                <a:cs typeface="Nobile" panose="02000503050000020004" pitchFamily="34" charset="-120"/>
              </a:rPr>
              <a:t>Relational DB for structured records; MongoDB for documents, notes, and reports.</a:t>
            </a:r>
            <a:endParaRPr lang="en-US" sz="950" dirty="0"/>
          </a:p>
        </p:txBody>
      </p:sp>
      <p:sp>
        <p:nvSpPr>
          <p:cNvPr id="18" name="Shape 16"/>
          <p:cNvSpPr/>
          <p:nvPr/>
        </p:nvSpPr>
        <p:spPr>
          <a:xfrm>
            <a:off x="4633987" y="3305101"/>
            <a:ext cx="4013895" cy="913135"/>
          </a:xfrm>
          <a:prstGeom prst="roundRect">
            <a:avLst>
              <a:gd name="adj" fmla="val 12226"/>
            </a:avLst>
          </a:prstGeom>
          <a:solidFill>
            <a:srgbClr val="E8F3E8"/>
          </a:solidFill>
        </p:spPr>
      </p:sp>
      <p:sp>
        <p:nvSpPr>
          <p:cNvPr id="19" name="Text 17"/>
          <p:cNvSpPr/>
          <p:nvPr/>
        </p:nvSpPr>
        <p:spPr>
          <a:xfrm>
            <a:off x="4757961" y="3429074"/>
            <a:ext cx="3765947" cy="193849"/>
          </a:xfrm>
          <a:prstGeom prst="rect">
            <a:avLst/>
          </a:prstGeom>
          <a:noFill/>
        </p:spPr>
        <p:txBody>
          <a:bodyPr wrap="none" lIns="0" tIns="0" rIns="0" bIns="0" rtlCol="0" anchor="t"/>
          <a:lstStyle/>
          <a:p>
            <a:pPr marL="0" indent="0" algn="l">
              <a:lnSpc>
                <a:spcPct val="104000"/>
              </a:lnSpc>
              <a:buNone/>
            </a:pPr>
            <a:r>
              <a:rPr lang="en-US" sz="1200" dirty="0">
                <a:solidFill>
                  <a:srgbClr val="405449"/>
                </a:solidFill>
                <a:latin typeface="Fraunces ExtraBold" pitchFamily="34" charset="0"/>
                <a:ea typeface="Fraunces ExtraBold" pitchFamily="34" charset="-122"/>
                <a:cs typeface="Fraunces ExtraBold" pitchFamily="34" charset="-120"/>
              </a:rPr>
              <a:t>AI Analytics</a:t>
            </a:r>
            <a:endParaRPr lang="en-US" sz="1200" dirty="0"/>
          </a:p>
        </p:txBody>
      </p:sp>
      <p:sp>
        <p:nvSpPr>
          <p:cNvPr id="20" name="Text 18"/>
          <p:cNvSpPr/>
          <p:nvPr/>
        </p:nvSpPr>
        <p:spPr>
          <a:xfrm>
            <a:off x="4757961" y="3697337"/>
            <a:ext cx="3765947" cy="396925"/>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405449"/>
                </a:solidFill>
                <a:latin typeface="Nobile" panose="02000503050000020004" pitchFamily="34" charset="0"/>
                <a:ea typeface="Nobile" panose="02000503050000020004" pitchFamily="34" charset="-122"/>
                <a:cs typeface="Nobile" panose="02000503050000020004" pitchFamily="34" charset="-120"/>
              </a:rPr>
              <a:t>Dashboards, trend detection, workload monitoring and decision support using ML pipelines.</a:t>
            </a:r>
            <a:endParaRPr lang="en-US" sz="950" dirty="0"/>
          </a:p>
        </p:txBody>
      </p:sp>
      <p:pic>
        <p:nvPicPr>
          <p:cNvPr id="21" name="Image 0" descr="preencoded.png"/>
          <p:cNvPicPr>
            <a:picLocks noChangeAspect="1"/>
          </p:cNvPicPr>
          <p:nvPr/>
        </p:nvPicPr>
        <p:blipFill>
          <a:blip r:embed="rId3"/>
          <a:stretch>
            <a:fillRect/>
          </a:stretch>
        </p:blipFill>
        <p:spPr>
          <a:xfrm>
            <a:off x="7074719" y="10"/>
            <a:ext cx="2069604" cy="982266"/>
          </a:xfrm>
          <a:prstGeom prst="rect">
            <a:avLst/>
          </a:prstGeom>
        </p:spPr>
      </p:pic>
      <mc:AlternateContent xmlns:mc="http://schemas.openxmlformats.org/markup-compatibility/2006" xmlns:p14="http://schemas.microsoft.com/office/powerpoint/2010/main">
        <mc:Choice Requires="p14">
          <p:contentPart p14:bwMode="auto" r:id="rId4">
            <p14:nvContentPartPr>
              <p14:cNvPr id="23" name="Ink 22">
                <a:extLst>
                  <a:ext uri="{FF2B5EF4-FFF2-40B4-BE49-F238E27FC236}">
                    <a16:creationId xmlns:a16="http://schemas.microsoft.com/office/drawing/2014/main" id="{EB36AD7B-9B06-1888-9BB3-8BF13EE72819}"/>
                  </a:ext>
                </a:extLst>
              </p14:cNvPr>
              <p14:cNvContentPartPr/>
              <p14:nvPr/>
            </p14:nvContentPartPr>
            <p14:xfrm>
              <a:off x="8059680" y="4911480"/>
              <a:ext cx="974520" cy="127440"/>
            </p14:xfrm>
          </p:contentPart>
        </mc:Choice>
        <mc:Fallback xmlns="">
          <p:pic>
            <p:nvPicPr>
              <p:cNvPr id="23" name="Ink 22">
                <a:extLst>
                  <a:ext uri="{FF2B5EF4-FFF2-40B4-BE49-F238E27FC236}">
                    <a16:creationId xmlns:a16="http://schemas.microsoft.com/office/drawing/2014/main" id="{EB36AD7B-9B06-1888-9BB3-8BF13EE72819}"/>
                  </a:ext>
                </a:extLst>
              </p:cNvPr>
              <p:cNvPicPr/>
              <p:nvPr/>
            </p:nvPicPr>
            <p:blipFill>
              <a:blip r:embed="rId5"/>
              <a:stretch>
                <a:fillRect/>
              </a:stretch>
            </p:blipFill>
            <p:spPr>
              <a:xfrm>
                <a:off x="7996680" y="4848480"/>
                <a:ext cx="1100160" cy="25308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609451"/>
            <a:ext cx="8151763" cy="251966"/>
          </a:xfrm>
          <a:prstGeom prst="rect">
            <a:avLst/>
          </a:prstGeom>
          <a:noFill/>
        </p:spPr>
        <p:txBody>
          <a:bodyPr wrap="none" lIns="0" tIns="0" rIns="0" bIns="0" rtlCol="0" anchor="t"/>
          <a:lstStyle/>
          <a:p>
            <a:pPr marL="0" indent="0" algn="l">
              <a:lnSpc>
                <a:spcPct val="104000"/>
              </a:lnSpc>
              <a:buNone/>
            </a:pPr>
            <a:r>
              <a:rPr lang="en-US" sz="1550" dirty="0">
                <a:solidFill>
                  <a:srgbClr val="3B4540"/>
                </a:solidFill>
                <a:latin typeface="Fraunces ExtraBold" pitchFamily="34" charset="0"/>
                <a:ea typeface="Fraunces ExtraBold" pitchFamily="34" charset="-122"/>
                <a:cs typeface="Fraunces ExtraBold" pitchFamily="34" charset="-120"/>
              </a:rPr>
              <a:t>Our Solution: AI-Driven Healthcare Ecosystem</a:t>
            </a:r>
            <a:endParaRPr lang="en-US" sz="1550" dirty="0"/>
          </a:p>
        </p:txBody>
      </p:sp>
      <p:sp>
        <p:nvSpPr>
          <p:cNvPr id="3" name="Text 1"/>
          <p:cNvSpPr/>
          <p:nvPr/>
        </p:nvSpPr>
        <p:spPr>
          <a:xfrm>
            <a:off x="496119" y="1025128"/>
            <a:ext cx="8151763" cy="292150"/>
          </a:xfrm>
          <a:prstGeom prst="rect">
            <a:avLst/>
          </a:prstGeom>
          <a:noFill/>
        </p:spPr>
        <p:txBody>
          <a:bodyPr wrap="square" lIns="0" tIns="0" rIns="0" bIns="0" rtlCol="0" anchor="t">
            <a:normAutofit/>
          </a:bodyPr>
          <a:lstStyle/>
          <a:p>
            <a:pPr marL="0" indent="0" algn="l">
              <a:lnSpc>
                <a:spcPct val="121000"/>
              </a:lnSpc>
              <a:buNone/>
            </a:pP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To overcome the challenges in existing healthcare systems, we propose an AI-Driven Smart Healthcare Data Exchange and Analytics Ecosystem. Our secure, scalable platform connects patients, doctors, hospitals, laboratories, and administrators through a unified ecosystem, going beyond traditional hospital management systems.</a:t>
            </a:r>
            <a:endParaRPr lang="en-US" sz="7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409402"/>
            <a:ext cx="251966" cy="251966"/>
          </a:xfrm>
          <a:prstGeom prst="rect">
            <a:avLst/>
          </a:prstGeom>
        </p:spPr>
      </p:pic>
      <p:sp>
        <p:nvSpPr>
          <p:cNvPr id="5" name="Text 2"/>
          <p:cNvSpPr/>
          <p:nvPr/>
        </p:nvSpPr>
        <p:spPr>
          <a:xfrm>
            <a:off x="496119" y="1763688"/>
            <a:ext cx="4024685" cy="157460"/>
          </a:xfrm>
          <a:prstGeom prst="rect">
            <a:avLst/>
          </a:prstGeom>
          <a:noFill/>
        </p:spPr>
        <p:txBody>
          <a:bodyPr wrap="none" lIns="0" tIns="0" rIns="0" bIns="0" rtlCol="0" anchor="t"/>
          <a:lstStyle/>
          <a:p>
            <a:pPr marL="0" indent="0" algn="l">
              <a:lnSpc>
                <a:spcPct val="104000"/>
              </a:lnSpc>
              <a:buNone/>
            </a:pPr>
            <a:r>
              <a:rPr lang="en-US" sz="950" dirty="0">
                <a:solidFill>
                  <a:srgbClr val="405449"/>
                </a:solidFill>
                <a:latin typeface="Fraunces ExtraBold" pitchFamily="34" charset="0"/>
                <a:ea typeface="Fraunces ExtraBold" pitchFamily="34" charset="-122"/>
                <a:cs typeface="Fraunces ExtraBold" pitchFamily="34" charset="-120"/>
              </a:rPr>
              <a:t>Centralised Data Management</a:t>
            </a:r>
            <a:endParaRPr lang="en-US" sz="950" dirty="0"/>
          </a:p>
        </p:txBody>
      </p:sp>
      <p:sp>
        <p:nvSpPr>
          <p:cNvPr id="6" name="Text 3"/>
          <p:cNvSpPr/>
          <p:nvPr/>
        </p:nvSpPr>
        <p:spPr>
          <a:xfrm>
            <a:off x="496119" y="1970261"/>
            <a:ext cx="4024685" cy="292150"/>
          </a:xfrm>
          <a:prstGeom prst="rect">
            <a:avLst/>
          </a:prstGeom>
          <a:noFill/>
        </p:spPr>
        <p:txBody>
          <a:bodyPr wrap="square" lIns="0" tIns="0" rIns="0" bIns="0" rtlCol="0" anchor="t">
            <a:normAutofit/>
          </a:bodyPr>
          <a:lstStyle/>
          <a:p>
            <a:pPr marL="0" indent="0" algn="l">
              <a:lnSpc>
                <a:spcPct val="121000"/>
              </a:lnSpc>
              <a:buNone/>
            </a:pP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Securely access and update patient records, eliminating fragmented data, reducing duplicate tests, and providing complete patient histories for better treatment.</a:t>
            </a:r>
            <a:endParaRPr lang="en-US" sz="7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23122" y="1409402"/>
            <a:ext cx="251966" cy="251966"/>
          </a:xfrm>
          <a:prstGeom prst="rect">
            <a:avLst/>
          </a:prstGeom>
        </p:spPr>
      </p:pic>
      <p:sp>
        <p:nvSpPr>
          <p:cNvPr id="8" name="Text 4"/>
          <p:cNvSpPr/>
          <p:nvPr/>
        </p:nvSpPr>
        <p:spPr>
          <a:xfrm>
            <a:off x="4623122" y="1763688"/>
            <a:ext cx="4024759" cy="157460"/>
          </a:xfrm>
          <a:prstGeom prst="rect">
            <a:avLst/>
          </a:prstGeom>
          <a:noFill/>
        </p:spPr>
        <p:txBody>
          <a:bodyPr wrap="none" lIns="0" tIns="0" rIns="0" bIns="0" rtlCol="0" anchor="t"/>
          <a:lstStyle/>
          <a:p>
            <a:pPr marL="0" indent="0" algn="l">
              <a:lnSpc>
                <a:spcPct val="104000"/>
              </a:lnSpc>
              <a:buNone/>
            </a:pPr>
            <a:r>
              <a:rPr lang="en-US" sz="950" dirty="0">
                <a:solidFill>
                  <a:srgbClr val="405449"/>
                </a:solidFill>
                <a:latin typeface="Fraunces ExtraBold" pitchFamily="34" charset="0"/>
                <a:ea typeface="Fraunces ExtraBold" pitchFamily="34" charset="-122"/>
                <a:cs typeface="Fraunces ExtraBold" pitchFamily="34" charset="-120"/>
              </a:rPr>
              <a:t>Efficient Patient Workflow</a:t>
            </a:r>
            <a:endParaRPr lang="en-US" sz="950" dirty="0"/>
          </a:p>
        </p:txBody>
      </p:sp>
      <p:sp>
        <p:nvSpPr>
          <p:cNvPr id="9" name="Text 5"/>
          <p:cNvSpPr/>
          <p:nvPr/>
        </p:nvSpPr>
        <p:spPr>
          <a:xfrm>
            <a:off x="4623122" y="1970261"/>
            <a:ext cx="4024759" cy="292150"/>
          </a:xfrm>
          <a:prstGeom prst="rect">
            <a:avLst/>
          </a:prstGeom>
          <a:noFill/>
        </p:spPr>
        <p:txBody>
          <a:bodyPr wrap="square" lIns="0" tIns="0" rIns="0" bIns="0" rtlCol="0" anchor="t">
            <a:normAutofit/>
          </a:bodyPr>
          <a:lstStyle/>
          <a:p>
            <a:pPr marL="0" indent="0" algn="l">
              <a:lnSpc>
                <a:spcPct val="121000"/>
              </a:lnSpc>
              <a:buNone/>
            </a:pP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Includes patient/doctor management, online appointment scheduling, and a digital EMR system to enhance efficiency, reduce paperwork, and minimise waiting times.</a:t>
            </a:r>
            <a:endParaRPr lang="en-US" sz="7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6119" y="2426122"/>
            <a:ext cx="251966" cy="251966"/>
          </a:xfrm>
          <a:prstGeom prst="rect">
            <a:avLst/>
          </a:prstGeom>
        </p:spPr>
      </p:pic>
      <p:sp>
        <p:nvSpPr>
          <p:cNvPr id="11" name="Text 6"/>
          <p:cNvSpPr/>
          <p:nvPr/>
        </p:nvSpPr>
        <p:spPr>
          <a:xfrm>
            <a:off x="496119" y="2780407"/>
            <a:ext cx="4024685" cy="157460"/>
          </a:xfrm>
          <a:prstGeom prst="rect">
            <a:avLst/>
          </a:prstGeom>
          <a:noFill/>
        </p:spPr>
        <p:txBody>
          <a:bodyPr wrap="none" lIns="0" tIns="0" rIns="0" bIns="0" rtlCol="0" anchor="t"/>
          <a:lstStyle/>
          <a:p>
            <a:pPr marL="0" indent="0" algn="l">
              <a:lnSpc>
                <a:spcPct val="104000"/>
              </a:lnSpc>
              <a:buNone/>
            </a:pPr>
            <a:r>
              <a:rPr lang="en-US" sz="950" dirty="0">
                <a:solidFill>
                  <a:srgbClr val="405449"/>
                </a:solidFill>
                <a:latin typeface="Fraunces ExtraBold" pitchFamily="34" charset="0"/>
                <a:ea typeface="Fraunces ExtraBold" pitchFamily="34" charset="-122"/>
                <a:cs typeface="Fraunces ExtraBold" pitchFamily="34" charset="-120"/>
              </a:rPr>
              <a:t>Interoperable APIs</a:t>
            </a:r>
            <a:endParaRPr lang="en-US" sz="950" dirty="0"/>
          </a:p>
        </p:txBody>
      </p:sp>
      <p:sp>
        <p:nvSpPr>
          <p:cNvPr id="12" name="Text 7"/>
          <p:cNvSpPr/>
          <p:nvPr/>
        </p:nvSpPr>
        <p:spPr>
          <a:xfrm>
            <a:off x="496119" y="2986980"/>
            <a:ext cx="4024685" cy="292150"/>
          </a:xfrm>
          <a:prstGeom prst="rect">
            <a:avLst/>
          </a:prstGeom>
          <a:noFill/>
        </p:spPr>
        <p:txBody>
          <a:bodyPr wrap="square" lIns="0" tIns="0" rIns="0" bIns="0" rtlCol="0" anchor="t">
            <a:normAutofit/>
          </a:bodyPr>
          <a:lstStyle/>
          <a:p>
            <a:pPr marL="0" indent="0" algn="l">
              <a:lnSpc>
                <a:spcPct val="121000"/>
              </a:lnSpc>
              <a:buNone/>
            </a:pP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Uses REST APIs for secure and seamless data exchange between different modules, enabling easy integration with future healthcare applications and systems.</a:t>
            </a:r>
            <a:endParaRPr lang="en-US" sz="75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23122" y="2426122"/>
            <a:ext cx="251966" cy="251966"/>
          </a:xfrm>
          <a:prstGeom prst="rect">
            <a:avLst/>
          </a:prstGeom>
        </p:spPr>
      </p:pic>
      <p:sp>
        <p:nvSpPr>
          <p:cNvPr id="14" name="Text 8"/>
          <p:cNvSpPr/>
          <p:nvPr/>
        </p:nvSpPr>
        <p:spPr>
          <a:xfrm>
            <a:off x="4623122" y="2780407"/>
            <a:ext cx="4024759" cy="157460"/>
          </a:xfrm>
          <a:prstGeom prst="rect">
            <a:avLst/>
          </a:prstGeom>
          <a:noFill/>
        </p:spPr>
        <p:txBody>
          <a:bodyPr wrap="none" lIns="0" tIns="0" rIns="0" bIns="0" rtlCol="0" anchor="t"/>
          <a:lstStyle/>
          <a:p>
            <a:pPr marL="0" indent="0" algn="l">
              <a:lnSpc>
                <a:spcPct val="104000"/>
              </a:lnSpc>
              <a:buNone/>
            </a:pPr>
            <a:r>
              <a:rPr lang="en-US" sz="950" dirty="0">
                <a:solidFill>
                  <a:srgbClr val="405449"/>
                </a:solidFill>
                <a:latin typeface="Fraunces ExtraBold" pitchFamily="34" charset="0"/>
                <a:ea typeface="Fraunces ExtraBold" pitchFamily="34" charset="-122"/>
                <a:cs typeface="Fraunces ExtraBold" pitchFamily="34" charset="-120"/>
              </a:rPr>
              <a:t>Robust Security &amp; Access</a:t>
            </a:r>
            <a:endParaRPr lang="en-US" sz="950" dirty="0"/>
          </a:p>
        </p:txBody>
      </p:sp>
      <p:sp>
        <p:nvSpPr>
          <p:cNvPr id="15" name="Text 9"/>
          <p:cNvSpPr/>
          <p:nvPr/>
        </p:nvSpPr>
        <p:spPr>
          <a:xfrm>
            <a:off x="4623122" y="2986980"/>
            <a:ext cx="4024759" cy="292150"/>
          </a:xfrm>
          <a:prstGeom prst="rect">
            <a:avLst/>
          </a:prstGeom>
          <a:noFill/>
        </p:spPr>
        <p:txBody>
          <a:bodyPr wrap="square" lIns="0" tIns="0" rIns="0" bIns="0" rtlCol="0" anchor="t">
            <a:normAutofit/>
          </a:bodyPr>
          <a:lstStyle/>
          <a:p>
            <a:pPr marL="0" indent="0" algn="l">
              <a:lnSpc>
                <a:spcPct val="121000"/>
              </a:lnSpc>
              <a:buNone/>
            </a:pP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JWT-based authentication and role-based access control protect sensitive medical information, ensuring users only access relevant data according to their roles.</a:t>
            </a:r>
            <a:endParaRPr lang="en-US" sz="75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96119" y="3442841"/>
            <a:ext cx="251966" cy="251966"/>
          </a:xfrm>
          <a:prstGeom prst="rect">
            <a:avLst/>
          </a:prstGeom>
        </p:spPr>
      </p:pic>
      <p:sp>
        <p:nvSpPr>
          <p:cNvPr id="17" name="Text 10"/>
          <p:cNvSpPr/>
          <p:nvPr/>
        </p:nvSpPr>
        <p:spPr>
          <a:xfrm>
            <a:off x="496119" y="3797126"/>
            <a:ext cx="4024685" cy="157460"/>
          </a:xfrm>
          <a:prstGeom prst="rect">
            <a:avLst/>
          </a:prstGeom>
          <a:noFill/>
        </p:spPr>
        <p:txBody>
          <a:bodyPr wrap="none" lIns="0" tIns="0" rIns="0" bIns="0" rtlCol="0" anchor="t"/>
          <a:lstStyle/>
          <a:p>
            <a:pPr marL="0" indent="0" algn="l">
              <a:lnSpc>
                <a:spcPct val="104000"/>
              </a:lnSpc>
              <a:buNone/>
            </a:pPr>
            <a:r>
              <a:rPr lang="en-US" sz="950" dirty="0">
                <a:solidFill>
                  <a:srgbClr val="405449"/>
                </a:solidFill>
                <a:latin typeface="Fraunces ExtraBold" pitchFamily="34" charset="0"/>
                <a:ea typeface="Fraunces ExtraBold" pitchFamily="34" charset="-122"/>
                <a:cs typeface="Fraunces ExtraBold" pitchFamily="34" charset="-120"/>
              </a:rPr>
              <a:t>Hybrid Data Storage</a:t>
            </a:r>
            <a:endParaRPr lang="en-US" sz="950" dirty="0"/>
          </a:p>
        </p:txBody>
      </p:sp>
      <p:sp>
        <p:nvSpPr>
          <p:cNvPr id="18" name="Text 11"/>
          <p:cNvSpPr/>
          <p:nvPr/>
        </p:nvSpPr>
        <p:spPr>
          <a:xfrm>
            <a:off x="496119" y="4003700"/>
            <a:ext cx="4024685" cy="292150"/>
          </a:xfrm>
          <a:prstGeom prst="rect">
            <a:avLst/>
          </a:prstGeom>
          <a:noFill/>
        </p:spPr>
        <p:txBody>
          <a:bodyPr wrap="square" lIns="0" tIns="0" rIns="0" bIns="0" rtlCol="0" anchor="t">
            <a:normAutofit/>
          </a:bodyPr>
          <a:lstStyle/>
          <a:p>
            <a:pPr marL="0" indent="0" algn="l">
              <a:lnSpc>
                <a:spcPct val="121000"/>
              </a:lnSpc>
              <a:buNone/>
            </a:pP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A hybrid database architecture (MySQL for structured, MongoDB for unstructured) offers scalability and flexibility for various data types like reports and notes.</a:t>
            </a:r>
            <a:endParaRPr lang="en-US" sz="750" dirty="0"/>
          </a:p>
        </p:txBody>
      </p:sp>
      <p:pic>
        <p:nvPicPr>
          <p:cNvPr id="1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623122" y="3442841"/>
            <a:ext cx="251966" cy="251966"/>
          </a:xfrm>
          <a:prstGeom prst="rect">
            <a:avLst/>
          </a:prstGeom>
        </p:spPr>
      </p:pic>
      <p:sp>
        <p:nvSpPr>
          <p:cNvPr id="20" name="Text 12"/>
          <p:cNvSpPr/>
          <p:nvPr/>
        </p:nvSpPr>
        <p:spPr>
          <a:xfrm>
            <a:off x="4623122" y="3797126"/>
            <a:ext cx="4024759" cy="157460"/>
          </a:xfrm>
          <a:prstGeom prst="rect">
            <a:avLst/>
          </a:prstGeom>
          <a:noFill/>
        </p:spPr>
        <p:txBody>
          <a:bodyPr wrap="none" lIns="0" tIns="0" rIns="0" bIns="0" rtlCol="0" anchor="t"/>
          <a:lstStyle/>
          <a:p>
            <a:pPr marL="0" indent="0" algn="l">
              <a:lnSpc>
                <a:spcPct val="104000"/>
              </a:lnSpc>
              <a:buNone/>
            </a:pPr>
            <a:r>
              <a:rPr lang="en-US" sz="950" dirty="0">
                <a:solidFill>
                  <a:srgbClr val="405449"/>
                </a:solidFill>
                <a:latin typeface="Fraunces ExtraBold" pitchFamily="34" charset="0"/>
                <a:ea typeface="Fraunces ExtraBold" pitchFamily="34" charset="-122"/>
                <a:cs typeface="Fraunces ExtraBold" pitchFamily="34" charset="-120"/>
              </a:rPr>
              <a:t>AI-Powered Analytics</a:t>
            </a:r>
            <a:endParaRPr lang="en-US" sz="950" dirty="0"/>
          </a:p>
        </p:txBody>
      </p:sp>
      <p:sp>
        <p:nvSpPr>
          <p:cNvPr id="21" name="Text 13"/>
          <p:cNvSpPr/>
          <p:nvPr/>
        </p:nvSpPr>
        <p:spPr>
          <a:xfrm>
            <a:off x="4623122" y="4003700"/>
            <a:ext cx="4024759" cy="292150"/>
          </a:xfrm>
          <a:prstGeom prst="rect">
            <a:avLst/>
          </a:prstGeom>
          <a:noFill/>
        </p:spPr>
        <p:txBody>
          <a:bodyPr wrap="square" lIns="0" tIns="0" rIns="0" bIns="0" rtlCol="0" anchor="t">
            <a:normAutofit/>
          </a:bodyPr>
          <a:lstStyle/>
          <a:p>
            <a:pPr marL="0" indent="0" algn="l">
              <a:lnSpc>
                <a:spcPct val="121000"/>
              </a:lnSpc>
              <a:buNone/>
            </a:pP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An AI module analyses healthcare data to generate reports, identify disease trends, monitor workloads, and support data-driven clinical and operational decisions.</a:t>
            </a:r>
            <a:endParaRPr lang="en-US" sz="750" dirty="0"/>
          </a:p>
        </p:txBody>
      </p:sp>
      <p:sp>
        <p:nvSpPr>
          <p:cNvPr id="22" name="Text 14"/>
          <p:cNvSpPr/>
          <p:nvPr/>
        </p:nvSpPr>
        <p:spPr>
          <a:xfrm>
            <a:off x="496119" y="4387974"/>
            <a:ext cx="8608963" cy="146075"/>
          </a:xfrm>
          <a:prstGeom prst="rect">
            <a:avLst/>
          </a:prstGeom>
          <a:noFill/>
        </p:spPr>
        <p:txBody>
          <a:bodyPr wrap="none" lIns="0" tIns="0" rIns="0" bIns="0" rtlCol="0" anchor="t"/>
          <a:lstStyle/>
          <a:p>
            <a:pPr marL="0" indent="0" algn="l">
              <a:lnSpc>
                <a:spcPct val="121000"/>
              </a:lnSpc>
              <a:buNone/>
            </a:pPr>
            <a:r>
              <a:rPr lang="en-US" sz="750" dirty="0">
                <a:solidFill>
                  <a:srgbClr val="405449"/>
                </a:solidFill>
                <a:latin typeface="Nobile" panose="02000503050000020004" pitchFamily="34" charset="0"/>
                <a:ea typeface="Nobile" panose="02000503050000020004" pitchFamily="34" charset="-122"/>
                <a:cs typeface="Nobile" panose="02000503050000020004" pitchFamily="34" charset="-120"/>
              </a:rPr>
              <a:t>Overall, our solution provides a secure, intelligent, and scalable healthcare platform that improves patient care, hospital efficiency, and healthcare management.</a:t>
            </a:r>
            <a:endParaRPr lang="en-US" sz="750" dirty="0"/>
          </a:p>
        </p:txBody>
      </p:sp>
      <p:pic>
        <p:nvPicPr>
          <p:cNvPr id="23" name="Image 0" descr="preencoded.png"/>
          <p:cNvPicPr>
            <a:picLocks noChangeAspect="1"/>
          </p:cNvPicPr>
          <p:nvPr/>
        </p:nvPicPr>
        <p:blipFill>
          <a:blip r:embed="rId9"/>
          <a:stretch>
            <a:fillRect/>
          </a:stretch>
        </p:blipFill>
        <p:spPr>
          <a:xfrm>
            <a:off x="7074719" y="10"/>
            <a:ext cx="2069604" cy="982266"/>
          </a:xfrm>
          <a:prstGeom prst="rect">
            <a:avLst/>
          </a:prstGeom>
        </p:spPr>
      </p:pic>
      <mc:AlternateContent xmlns:mc="http://schemas.openxmlformats.org/markup-compatibility/2006" xmlns:p14="http://schemas.microsoft.com/office/powerpoint/2010/main">
        <mc:Choice Requires="p14">
          <p:contentPart p14:bwMode="auto" r:id="rId10">
            <p14:nvContentPartPr>
              <p14:cNvPr id="26" name="Ink 25">
                <a:extLst>
                  <a:ext uri="{FF2B5EF4-FFF2-40B4-BE49-F238E27FC236}">
                    <a16:creationId xmlns:a16="http://schemas.microsoft.com/office/drawing/2014/main" id="{DE3B6D14-1711-9C5D-344F-6D4258F62520}"/>
                  </a:ext>
                </a:extLst>
              </p14:cNvPr>
              <p14:cNvContentPartPr/>
              <p14:nvPr/>
            </p14:nvContentPartPr>
            <p14:xfrm>
              <a:off x="8152145" y="4979631"/>
              <a:ext cx="830160" cy="360"/>
            </p14:xfrm>
          </p:contentPart>
        </mc:Choice>
        <mc:Fallback xmlns="">
          <p:pic>
            <p:nvPicPr>
              <p:cNvPr id="26" name="Ink 25">
                <a:extLst>
                  <a:ext uri="{FF2B5EF4-FFF2-40B4-BE49-F238E27FC236}">
                    <a16:creationId xmlns:a16="http://schemas.microsoft.com/office/drawing/2014/main" id="{DE3B6D14-1711-9C5D-344F-6D4258F62520}"/>
                  </a:ext>
                </a:extLst>
              </p:cNvPr>
              <p:cNvPicPr/>
              <p:nvPr/>
            </p:nvPicPr>
            <p:blipFill>
              <a:blip r:embed="rId11"/>
              <a:stretch>
                <a:fillRect/>
              </a:stretch>
            </p:blipFill>
            <p:spPr>
              <a:xfrm>
                <a:off x="8089505" y="4916991"/>
                <a:ext cx="955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7" name="Ink 26">
                <a:extLst>
                  <a:ext uri="{FF2B5EF4-FFF2-40B4-BE49-F238E27FC236}">
                    <a16:creationId xmlns:a16="http://schemas.microsoft.com/office/drawing/2014/main" id="{A0E391C3-9D94-6EDF-C11A-1C0B07B9937D}"/>
                  </a:ext>
                </a:extLst>
              </p14:cNvPr>
              <p14:cNvContentPartPr/>
              <p14:nvPr/>
            </p14:nvContentPartPr>
            <p14:xfrm>
              <a:off x="8112185" y="4803231"/>
              <a:ext cx="927360" cy="241920"/>
            </p14:xfrm>
          </p:contentPart>
        </mc:Choice>
        <mc:Fallback xmlns="">
          <p:pic>
            <p:nvPicPr>
              <p:cNvPr id="27" name="Ink 26">
                <a:extLst>
                  <a:ext uri="{FF2B5EF4-FFF2-40B4-BE49-F238E27FC236}">
                    <a16:creationId xmlns:a16="http://schemas.microsoft.com/office/drawing/2014/main" id="{A0E391C3-9D94-6EDF-C11A-1C0B07B9937D}"/>
                  </a:ext>
                </a:extLst>
              </p:cNvPr>
              <p:cNvPicPr/>
              <p:nvPr/>
            </p:nvPicPr>
            <p:blipFill>
              <a:blip r:embed="rId13"/>
              <a:stretch>
                <a:fillRect/>
              </a:stretch>
            </p:blipFill>
            <p:spPr>
              <a:xfrm>
                <a:off x="8049545" y="4740231"/>
                <a:ext cx="1053000" cy="36756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341114"/>
            <a:ext cx="8151763" cy="193849"/>
          </a:xfrm>
          <a:prstGeom prst="rect">
            <a:avLst/>
          </a:prstGeom>
          <a:noFill/>
        </p:spPr>
        <p:txBody>
          <a:bodyPr wrap="none" lIns="0" tIns="0" rIns="0" bIns="0" rtlCol="0" anchor="t"/>
          <a:lstStyle/>
          <a:p>
            <a:pPr marL="0" indent="0" algn="l">
              <a:lnSpc>
                <a:spcPct val="104000"/>
              </a:lnSpc>
              <a:buNone/>
            </a:pPr>
            <a:endParaRPr lang="en-US" sz="1200" dirty="0"/>
          </a:p>
        </p:txBody>
      </p:sp>
      <p:sp>
        <p:nvSpPr>
          <p:cNvPr id="3" name="Text 1"/>
          <p:cNvSpPr/>
          <p:nvPr/>
        </p:nvSpPr>
        <p:spPr>
          <a:xfrm>
            <a:off x="496119" y="596950"/>
            <a:ext cx="8151763" cy="699195"/>
          </a:xfrm>
          <a:prstGeom prst="rect">
            <a:avLst/>
          </a:prstGeom>
          <a:noFill/>
        </p:spPr>
        <p:txBody>
          <a:bodyPr wrap="square" lIns="0" tIns="0" rIns="0" bIns="0" rtlCol="0" anchor="t">
            <a:noAutofit/>
          </a:bodyPr>
          <a:lstStyle/>
          <a:p>
            <a:pPr marL="0" indent="0" algn="l">
              <a:lnSpc>
                <a:spcPct val="100000"/>
              </a:lnSpc>
              <a:spcAft>
                <a:spcPts val="250"/>
              </a:spcAft>
              <a:buNone/>
            </a:pPr>
            <a:endParaRPr lang="en-US" sz="900" dirty="0">
              <a:solidFill>
                <a:srgbClr val="405449"/>
              </a:solidFill>
              <a:latin typeface="Nobile" panose="02000503050000020004" pitchFamily="34" charset="0"/>
              <a:ea typeface="Nobile" panose="02000503050000020004" pitchFamily="34" charset="-122"/>
              <a:cs typeface="Nobile" panose="02000503050000020004" pitchFamily="34" charset="-120"/>
            </a:endParaRPr>
          </a:p>
        </p:txBody>
      </p:sp>
      <p:pic>
        <p:nvPicPr>
          <p:cNvPr id="4" name="Image 0" descr="preencoded.png"/>
          <p:cNvPicPr>
            <a:picLocks noChangeAspect="1"/>
          </p:cNvPicPr>
          <p:nvPr/>
        </p:nvPicPr>
        <p:blipFill>
          <a:blip r:embed="rId3"/>
          <a:stretch>
            <a:fillRect/>
          </a:stretch>
        </p:blipFill>
        <p:spPr>
          <a:xfrm>
            <a:off x="594360" y="946547"/>
            <a:ext cx="7235825" cy="3788410"/>
          </a:xfrm>
          <a:prstGeom prst="rect">
            <a:avLst/>
          </a:prstGeom>
        </p:spPr>
      </p:pic>
      <p:pic>
        <p:nvPicPr>
          <p:cNvPr id="5" name="Image 0" descr="preencoded.png"/>
          <p:cNvPicPr>
            <a:picLocks noChangeAspect="1"/>
          </p:cNvPicPr>
          <p:nvPr/>
        </p:nvPicPr>
        <p:blipFill>
          <a:blip r:embed="rId4"/>
          <a:stretch>
            <a:fillRect/>
          </a:stretch>
        </p:blipFill>
        <p:spPr>
          <a:xfrm>
            <a:off x="7074719" y="10"/>
            <a:ext cx="2069604" cy="982266"/>
          </a:xfrm>
          <a:prstGeom prst="rect">
            <a:avLst/>
          </a:prstGeom>
        </p:spPr>
      </p:pic>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CA661564-29E5-616C-CE0B-BE25BFD619A8}"/>
                  </a:ext>
                </a:extLst>
              </p14:cNvPr>
              <p14:cNvContentPartPr/>
              <p14:nvPr/>
            </p14:nvContentPartPr>
            <p14:xfrm>
              <a:off x="8088785" y="4947591"/>
              <a:ext cx="838440" cy="76680"/>
            </p14:xfrm>
          </p:contentPart>
        </mc:Choice>
        <mc:Fallback xmlns="">
          <p:pic>
            <p:nvPicPr>
              <p:cNvPr id="7" name="Ink 6">
                <a:extLst>
                  <a:ext uri="{FF2B5EF4-FFF2-40B4-BE49-F238E27FC236}">
                    <a16:creationId xmlns:a16="http://schemas.microsoft.com/office/drawing/2014/main" id="{CA661564-29E5-616C-CE0B-BE25BFD619A8}"/>
                  </a:ext>
                </a:extLst>
              </p:cNvPr>
              <p:cNvPicPr/>
              <p:nvPr/>
            </p:nvPicPr>
            <p:blipFill>
              <a:blip r:embed="rId6"/>
              <a:stretch>
                <a:fillRect/>
              </a:stretch>
            </p:blipFill>
            <p:spPr>
              <a:xfrm>
                <a:off x="8025785" y="4884591"/>
                <a:ext cx="96408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DD330E7B-58E8-7224-2F5D-7177685E806C}"/>
                  </a:ext>
                </a:extLst>
              </p14:cNvPr>
              <p14:cNvContentPartPr/>
              <p14:nvPr/>
            </p14:nvContentPartPr>
            <p14:xfrm>
              <a:off x="8242865" y="4868585"/>
              <a:ext cx="756000" cy="140400"/>
            </p14:xfrm>
          </p:contentPart>
        </mc:Choice>
        <mc:Fallback xmlns="">
          <p:pic>
            <p:nvPicPr>
              <p:cNvPr id="10" name="Ink 9">
                <a:extLst>
                  <a:ext uri="{FF2B5EF4-FFF2-40B4-BE49-F238E27FC236}">
                    <a16:creationId xmlns:a16="http://schemas.microsoft.com/office/drawing/2014/main" id="{DD330E7B-58E8-7224-2F5D-7177685E806C}"/>
                  </a:ext>
                </a:extLst>
              </p:cNvPr>
              <p:cNvPicPr/>
              <p:nvPr/>
            </p:nvPicPr>
            <p:blipFill>
              <a:blip r:embed="rId8"/>
              <a:stretch>
                <a:fillRect/>
              </a:stretch>
            </p:blipFill>
            <p:spPr>
              <a:xfrm>
                <a:off x="8179865" y="4805945"/>
                <a:ext cx="881640" cy="26604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354657"/>
            <a:ext cx="8151763" cy="236265"/>
          </a:xfrm>
          <a:prstGeom prst="rect">
            <a:avLst/>
          </a:prstGeom>
          <a:noFill/>
        </p:spPr>
        <p:txBody>
          <a:bodyPr wrap="none" lIns="0" tIns="0" rIns="0" bIns="0" rtlCol="0" anchor="t"/>
          <a:lstStyle/>
          <a:p>
            <a:pPr marL="0" indent="0" algn="ctr">
              <a:lnSpc>
                <a:spcPct val="104000"/>
              </a:lnSpc>
              <a:buNone/>
            </a:pPr>
            <a:r>
              <a:rPr lang="en-US" sz="1450" dirty="0">
                <a:solidFill>
                  <a:srgbClr val="3B4540"/>
                </a:solidFill>
                <a:latin typeface="Fraunces ExtraBold" pitchFamily="34" charset="0"/>
                <a:ea typeface="Fraunces ExtraBold" pitchFamily="34" charset="-122"/>
                <a:cs typeface="Fraunces ExtraBold" pitchFamily="34" charset="-120"/>
              </a:rPr>
              <a:t>Project Objectives: Main Modules</a:t>
            </a:r>
            <a:endParaRPr lang="en-US" sz="1450" dirty="0"/>
          </a:p>
        </p:txBody>
      </p:sp>
      <p:sp>
        <p:nvSpPr>
          <p:cNvPr id="3" name="Text 1"/>
          <p:cNvSpPr/>
          <p:nvPr/>
        </p:nvSpPr>
        <p:spPr>
          <a:xfrm>
            <a:off x="496119" y="683047"/>
            <a:ext cx="8608963" cy="97334"/>
          </a:xfrm>
          <a:prstGeom prst="rect">
            <a:avLst/>
          </a:prstGeom>
          <a:noFill/>
        </p:spPr>
        <p:txBody>
          <a:bodyPr wrap="none" lIns="0" tIns="0" rIns="0" bIns="0" rtlCol="0" anchor="t"/>
          <a:lstStyle/>
          <a:p>
            <a:pPr marL="0" indent="0" algn="l">
              <a:lnSpc>
                <a:spcPct val="107000"/>
              </a:lnSpc>
              <a:buNone/>
            </a:pPr>
            <a:r>
              <a:rPr lang="en-US" sz="550" dirty="0">
                <a:solidFill>
                  <a:srgbClr val="405449"/>
                </a:solidFill>
                <a:latin typeface="Nobile" panose="02000503050000020004" pitchFamily="34" charset="0"/>
                <a:ea typeface="Nobile" panose="02000503050000020004" pitchFamily="34" charset="-122"/>
                <a:cs typeface="Nobile" panose="02000503050000020004" pitchFamily="34" charset="-120"/>
              </a:rPr>
              <a:t>Our AI-driven healthcare ecosystem is structured around six core modules, each designed to address specific functionalities and streamline operations within the healthcare domain.</a:t>
            </a:r>
            <a:endParaRPr lang="en-US" sz="5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832172"/>
            <a:ext cx="8151763" cy="526554"/>
          </a:xfrm>
          <a:prstGeom prst="rect">
            <a:avLst/>
          </a:prstGeom>
        </p:spPr>
      </p:pic>
      <p:sp>
        <p:nvSpPr>
          <p:cNvPr id="5" name="Text 2"/>
          <p:cNvSpPr/>
          <p:nvPr/>
        </p:nvSpPr>
        <p:spPr>
          <a:xfrm>
            <a:off x="600149" y="1024607"/>
            <a:ext cx="113333" cy="141684"/>
          </a:xfrm>
          <a:prstGeom prst="rect">
            <a:avLst/>
          </a:prstGeom>
          <a:noFill/>
        </p:spPr>
        <p:txBody>
          <a:bodyPr wrap="none" lIns="0" tIns="0" rIns="0" bIns="0" rtlCol="0" anchor="ctr"/>
          <a:lstStyle/>
          <a:p>
            <a:pPr marL="0" indent="0" algn="ctr">
              <a:lnSpc>
                <a:spcPct val="100000"/>
              </a:lnSpc>
              <a:buNone/>
            </a:pPr>
            <a:r>
              <a:rPr lang="en-US" sz="850" dirty="0">
                <a:solidFill>
                  <a:srgbClr val="405449"/>
                </a:solidFill>
                <a:latin typeface="Fraunces ExtraBold" pitchFamily="34" charset="0"/>
                <a:ea typeface="Fraunces ExtraBold" pitchFamily="34" charset="-122"/>
                <a:cs typeface="Fraunces ExtraBold" pitchFamily="34" charset="-120"/>
              </a:rPr>
              <a:t>1</a:t>
            </a:r>
            <a:endParaRPr lang="en-US" sz="850" dirty="0"/>
          </a:p>
        </p:txBody>
      </p:sp>
      <p:sp>
        <p:nvSpPr>
          <p:cNvPr id="6" name="Text 3"/>
          <p:cNvSpPr/>
          <p:nvPr/>
        </p:nvSpPr>
        <p:spPr>
          <a:xfrm>
            <a:off x="854050" y="917228"/>
            <a:ext cx="7708776" cy="118095"/>
          </a:xfrm>
          <a:prstGeom prst="rect">
            <a:avLst/>
          </a:prstGeom>
          <a:noFill/>
        </p:spPr>
        <p:txBody>
          <a:bodyPr wrap="none" lIns="0" tIns="0" rIns="0" bIns="0" rtlCol="0" anchor="t"/>
          <a:lstStyle/>
          <a:p>
            <a:pPr marL="0" indent="0" algn="l">
              <a:lnSpc>
                <a:spcPct val="104000"/>
              </a:lnSpc>
              <a:buNone/>
            </a:pPr>
            <a:r>
              <a:rPr lang="en-US" sz="700" dirty="0">
                <a:solidFill>
                  <a:srgbClr val="405449"/>
                </a:solidFill>
                <a:latin typeface="Fraunces ExtraBold" pitchFamily="34" charset="0"/>
                <a:ea typeface="Fraunces ExtraBold" pitchFamily="34" charset="-122"/>
                <a:cs typeface="Fraunces ExtraBold" pitchFamily="34" charset="-120"/>
              </a:rPr>
              <a:t>Patient &amp; Doctor Management</a:t>
            </a:r>
            <a:endParaRPr lang="en-US" sz="700" dirty="0"/>
          </a:p>
        </p:txBody>
      </p:sp>
      <p:sp>
        <p:nvSpPr>
          <p:cNvPr id="7" name="Text 4"/>
          <p:cNvSpPr/>
          <p:nvPr/>
        </p:nvSpPr>
        <p:spPr>
          <a:xfrm>
            <a:off x="854050" y="1062930"/>
            <a:ext cx="7708776" cy="210741"/>
          </a:xfrm>
          <a:prstGeom prst="rect">
            <a:avLst/>
          </a:prstGeom>
          <a:noFill/>
        </p:spPr>
        <p:txBody>
          <a:bodyPr wrap="square" lIns="0" tIns="0" rIns="0" bIns="0" rtlCol="0" anchor="t">
            <a:normAutofit/>
          </a:bodyPr>
          <a:lstStyle/>
          <a:p>
            <a:pPr marL="111760" indent="-111760" algn="l">
              <a:lnSpc>
                <a:spcPct val="107000"/>
              </a:lnSpc>
              <a:buSzPct val="100000"/>
              <a:buChar char="•"/>
            </a:pPr>
            <a:r>
              <a:rPr lang="en-US" sz="550" dirty="0">
                <a:solidFill>
                  <a:srgbClr val="405449"/>
                </a:solidFill>
                <a:latin typeface="Nobile" panose="02000503050000020004" pitchFamily="34" charset="0"/>
                <a:ea typeface="Nobile" panose="02000503050000020004" pitchFamily="34" charset="-122"/>
                <a:cs typeface="Nobile" panose="02000503050000020004" pitchFamily="34" charset="-120"/>
              </a:rPr>
              <a:t>Patient registration and profile management</a:t>
            </a:r>
            <a:endParaRPr lang="en-US" sz="550" dirty="0"/>
          </a:p>
          <a:p>
            <a:pPr marL="111760" indent="-111760" algn="l">
              <a:lnSpc>
                <a:spcPct val="107000"/>
              </a:lnSpc>
              <a:buSzPct val="100000"/>
              <a:buChar char="•"/>
            </a:pPr>
            <a:r>
              <a:rPr lang="en-US" sz="550" dirty="0">
                <a:solidFill>
                  <a:srgbClr val="405449"/>
                </a:solidFill>
                <a:latin typeface="Nobile" panose="02000503050000020004" pitchFamily="34" charset="0"/>
                <a:ea typeface="Nobile" panose="02000503050000020004" pitchFamily="34" charset="-122"/>
                <a:cs typeface="Nobile" panose="02000503050000020004" pitchFamily="34" charset="-120"/>
              </a:rPr>
              <a:t>Doctor profile and schedule management</a:t>
            </a:r>
            <a:endParaRPr lang="en-US" sz="55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1404789"/>
            <a:ext cx="8151763" cy="639961"/>
          </a:xfrm>
          <a:prstGeom prst="rect">
            <a:avLst/>
          </a:prstGeom>
        </p:spPr>
      </p:pic>
      <p:sp>
        <p:nvSpPr>
          <p:cNvPr id="9" name="Text 5"/>
          <p:cNvSpPr/>
          <p:nvPr/>
        </p:nvSpPr>
        <p:spPr>
          <a:xfrm>
            <a:off x="600149" y="1653927"/>
            <a:ext cx="113333" cy="141684"/>
          </a:xfrm>
          <a:prstGeom prst="rect">
            <a:avLst/>
          </a:prstGeom>
          <a:noFill/>
        </p:spPr>
        <p:txBody>
          <a:bodyPr wrap="none" lIns="0" tIns="0" rIns="0" bIns="0" rtlCol="0" anchor="ctr"/>
          <a:lstStyle/>
          <a:p>
            <a:pPr marL="0" indent="0" algn="ctr">
              <a:lnSpc>
                <a:spcPct val="100000"/>
              </a:lnSpc>
              <a:buNone/>
            </a:pPr>
            <a:r>
              <a:rPr lang="en-US" sz="850" dirty="0">
                <a:solidFill>
                  <a:srgbClr val="405449"/>
                </a:solidFill>
                <a:latin typeface="Fraunces ExtraBold" pitchFamily="34" charset="0"/>
                <a:ea typeface="Fraunces ExtraBold" pitchFamily="34" charset="-122"/>
                <a:cs typeface="Fraunces ExtraBold" pitchFamily="34" charset="-120"/>
              </a:rPr>
              <a:t>2</a:t>
            </a:r>
            <a:endParaRPr lang="en-US" sz="850" dirty="0"/>
          </a:p>
        </p:txBody>
      </p:sp>
      <p:sp>
        <p:nvSpPr>
          <p:cNvPr id="10" name="Text 6"/>
          <p:cNvSpPr/>
          <p:nvPr/>
        </p:nvSpPr>
        <p:spPr>
          <a:xfrm>
            <a:off x="854050" y="1489844"/>
            <a:ext cx="7708776" cy="118095"/>
          </a:xfrm>
          <a:prstGeom prst="rect">
            <a:avLst/>
          </a:prstGeom>
          <a:noFill/>
        </p:spPr>
        <p:txBody>
          <a:bodyPr wrap="none" lIns="0" tIns="0" rIns="0" bIns="0" rtlCol="0" anchor="t"/>
          <a:lstStyle/>
          <a:p>
            <a:pPr marL="0" indent="0" algn="l">
              <a:lnSpc>
                <a:spcPct val="104000"/>
              </a:lnSpc>
              <a:buNone/>
            </a:pPr>
            <a:r>
              <a:rPr lang="en-US" sz="700" dirty="0">
                <a:solidFill>
                  <a:srgbClr val="405449"/>
                </a:solidFill>
                <a:latin typeface="Fraunces ExtraBold" pitchFamily="34" charset="0"/>
                <a:ea typeface="Fraunces ExtraBold" pitchFamily="34" charset="-122"/>
                <a:cs typeface="Fraunces ExtraBold" pitchFamily="34" charset="-120"/>
              </a:rPr>
              <a:t>Appointment &amp; Medical Records</a:t>
            </a:r>
            <a:endParaRPr lang="en-US" sz="700" dirty="0"/>
          </a:p>
        </p:txBody>
      </p:sp>
      <p:sp>
        <p:nvSpPr>
          <p:cNvPr id="11" name="Text 7"/>
          <p:cNvSpPr/>
          <p:nvPr/>
        </p:nvSpPr>
        <p:spPr>
          <a:xfrm>
            <a:off x="854050" y="1635547"/>
            <a:ext cx="7708776" cy="324148"/>
          </a:xfrm>
          <a:prstGeom prst="rect">
            <a:avLst/>
          </a:prstGeom>
          <a:noFill/>
        </p:spPr>
        <p:txBody>
          <a:bodyPr wrap="square" lIns="0" tIns="0" rIns="0" bIns="0" rtlCol="0" anchor="t">
            <a:normAutofit/>
          </a:bodyPr>
          <a:lstStyle/>
          <a:p>
            <a:pPr marL="111760" indent="-111760" algn="l">
              <a:lnSpc>
                <a:spcPct val="107000"/>
              </a:lnSpc>
              <a:buSzPct val="100000"/>
              <a:buChar char="•"/>
            </a:pPr>
            <a:r>
              <a:rPr lang="en-US" sz="550" dirty="0">
                <a:solidFill>
                  <a:srgbClr val="405449"/>
                </a:solidFill>
                <a:latin typeface="Nobile" panose="02000503050000020004" pitchFamily="34" charset="0"/>
                <a:ea typeface="Nobile" panose="02000503050000020004" pitchFamily="34" charset="-122"/>
                <a:cs typeface="Nobile" panose="02000503050000020004" pitchFamily="34" charset="-120"/>
              </a:rPr>
              <a:t>Online appointment booking</a:t>
            </a:r>
            <a:endParaRPr lang="en-US" sz="550" dirty="0"/>
          </a:p>
          <a:p>
            <a:pPr marL="111760" indent="-111760" algn="l">
              <a:lnSpc>
                <a:spcPct val="107000"/>
              </a:lnSpc>
              <a:buSzPct val="100000"/>
              <a:buChar char="•"/>
            </a:pPr>
            <a:r>
              <a:rPr lang="en-US" sz="550" dirty="0">
                <a:solidFill>
                  <a:srgbClr val="405449"/>
                </a:solidFill>
                <a:latin typeface="Nobile" panose="02000503050000020004" pitchFamily="34" charset="0"/>
                <a:ea typeface="Nobile" panose="02000503050000020004" pitchFamily="34" charset="-122"/>
                <a:cs typeface="Nobile" panose="02000503050000020004" pitchFamily="34" charset="-120"/>
              </a:rPr>
              <a:t>Electronic Medical Records (EMR)</a:t>
            </a:r>
            <a:endParaRPr lang="en-US" sz="550" dirty="0"/>
          </a:p>
          <a:p>
            <a:pPr marL="111760" indent="-111760" algn="l">
              <a:lnSpc>
                <a:spcPct val="107000"/>
              </a:lnSpc>
              <a:buSzPct val="100000"/>
              <a:buChar char="•"/>
            </a:pPr>
            <a:r>
              <a:rPr lang="en-US" sz="550" dirty="0">
                <a:solidFill>
                  <a:srgbClr val="405449"/>
                </a:solidFill>
                <a:latin typeface="Nobile" panose="02000503050000020004" pitchFamily="34" charset="0"/>
                <a:ea typeface="Nobile" panose="02000503050000020004" pitchFamily="34" charset="-122"/>
                <a:cs typeface="Nobile" panose="02000503050000020004" pitchFamily="34" charset="-120"/>
              </a:rPr>
              <a:t>Prescriptions and laboratory reports</a:t>
            </a:r>
            <a:endParaRPr lang="en-US" sz="55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6119" y="2090812"/>
            <a:ext cx="8151763" cy="753368"/>
          </a:xfrm>
          <a:prstGeom prst="rect">
            <a:avLst/>
          </a:prstGeom>
        </p:spPr>
      </p:pic>
      <p:sp>
        <p:nvSpPr>
          <p:cNvPr id="13" name="Text 8"/>
          <p:cNvSpPr/>
          <p:nvPr/>
        </p:nvSpPr>
        <p:spPr>
          <a:xfrm>
            <a:off x="600149" y="2396654"/>
            <a:ext cx="113333" cy="141684"/>
          </a:xfrm>
          <a:prstGeom prst="rect">
            <a:avLst/>
          </a:prstGeom>
          <a:noFill/>
        </p:spPr>
        <p:txBody>
          <a:bodyPr wrap="none" lIns="0" tIns="0" rIns="0" bIns="0" rtlCol="0" anchor="ctr"/>
          <a:lstStyle/>
          <a:p>
            <a:pPr marL="0" indent="0" algn="ctr">
              <a:lnSpc>
                <a:spcPct val="100000"/>
              </a:lnSpc>
              <a:buNone/>
            </a:pPr>
            <a:r>
              <a:rPr lang="en-US" sz="850" dirty="0">
                <a:solidFill>
                  <a:srgbClr val="405449"/>
                </a:solidFill>
                <a:latin typeface="Fraunces ExtraBold" pitchFamily="34" charset="0"/>
                <a:ea typeface="Fraunces ExtraBold" pitchFamily="34" charset="-122"/>
                <a:cs typeface="Fraunces ExtraBold" pitchFamily="34" charset="-120"/>
              </a:rPr>
              <a:t>3</a:t>
            </a:r>
            <a:endParaRPr lang="en-US" sz="850" dirty="0"/>
          </a:p>
        </p:txBody>
      </p:sp>
      <p:sp>
        <p:nvSpPr>
          <p:cNvPr id="14" name="Text 9"/>
          <p:cNvSpPr/>
          <p:nvPr/>
        </p:nvSpPr>
        <p:spPr>
          <a:xfrm>
            <a:off x="854050" y="2175867"/>
            <a:ext cx="7708776" cy="118095"/>
          </a:xfrm>
          <a:prstGeom prst="rect">
            <a:avLst/>
          </a:prstGeom>
          <a:noFill/>
        </p:spPr>
        <p:txBody>
          <a:bodyPr wrap="none" lIns="0" tIns="0" rIns="0" bIns="0" rtlCol="0" anchor="t"/>
          <a:lstStyle/>
          <a:p>
            <a:pPr marL="0" indent="0" algn="l">
              <a:lnSpc>
                <a:spcPct val="104000"/>
              </a:lnSpc>
              <a:buNone/>
            </a:pPr>
            <a:r>
              <a:rPr lang="en-US" sz="700" dirty="0">
                <a:solidFill>
                  <a:srgbClr val="405449"/>
                </a:solidFill>
                <a:latin typeface="Fraunces ExtraBold" pitchFamily="34" charset="0"/>
                <a:ea typeface="Fraunces ExtraBold" pitchFamily="34" charset="-122"/>
                <a:cs typeface="Fraunces ExtraBold" pitchFamily="34" charset="-120"/>
              </a:rPr>
              <a:t>Healthcare Analytics</a:t>
            </a:r>
            <a:endParaRPr lang="en-US" sz="700" dirty="0"/>
          </a:p>
        </p:txBody>
      </p:sp>
      <p:sp>
        <p:nvSpPr>
          <p:cNvPr id="15" name="Text 10"/>
          <p:cNvSpPr/>
          <p:nvPr/>
        </p:nvSpPr>
        <p:spPr>
          <a:xfrm>
            <a:off x="854050" y="2321570"/>
            <a:ext cx="7708776" cy="437555"/>
          </a:xfrm>
          <a:prstGeom prst="rect">
            <a:avLst/>
          </a:prstGeom>
          <a:noFill/>
        </p:spPr>
        <p:txBody>
          <a:bodyPr wrap="square" lIns="0" tIns="0" rIns="0" bIns="0" rtlCol="0" anchor="t">
            <a:normAutofit/>
          </a:bodyPr>
          <a:lstStyle/>
          <a:p>
            <a:pPr marL="111760" indent="-111760" algn="l">
              <a:lnSpc>
                <a:spcPct val="107000"/>
              </a:lnSpc>
              <a:buSzPct val="100000"/>
              <a:buChar char="•"/>
            </a:pPr>
            <a:r>
              <a:rPr lang="en-US" sz="550" dirty="0">
                <a:solidFill>
                  <a:srgbClr val="405449"/>
                </a:solidFill>
                <a:latin typeface="Nobile" panose="02000503050000020004" pitchFamily="34" charset="0"/>
                <a:ea typeface="Nobile" panose="02000503050000020004" pitchFamily="34" charset="-122"/>
                <a:cs typeface="Nobile" panose="02000503050000020004" pitchFamily="34" charset="-120"/>
              </a:rPr>
              <a:t>Disease trend analysis</a:t>
            </a:r>
            <a:endParaRPr lang="en-US" sz="550" dirty="0"/>
          </a:p>
          <a:p>
            <a:pPr marL="111760" indent="-111760" algn="l">
              <a:lnSpc>
                <a:spcPct val="107000"/>
              </a:lnSpc>
              <a:buSzPct val="100000"/>
              <a:buChar char="•"/>
            </a:pPr>
            <a:r>
              <a:rPr lang="en-US" sz="550" dirty="0">
                <a:solidFill>
                  <a:srgbClr val="405449"/>
                </a:solidFill>
                <a:latin typeface="Nobile" panose="02000503050000020004" pitchFamily="34" charset="0"/>
                <a:ea typeface="Nobile" panose="02000503050000020004" pitchFamily="34" charset="-122"/>
                <a:cs typeface="Nobile" panose="02000503050000020004" pitchFamily="34" charset="-120"/>
              </a:rPr>
              <a:t>Doctor workload monitoring</a:t>
            </a:r>
            <a:endParaRPr lang="en-US" sz="550" dirty="0"/>
          </a:p>
          <a:p>
            <a:pPr marL="111760" indent="-111760" algn="l">
              <a:lnSpc>
                <a:spcPct val="107000"/>
              </a:lnSpc>
              <a:buSzPct val="100000"/>
              <a:buChar char="•"/>
            </a:pPr>
            <a:r>
              <a:rPr lang="en-US" sz="550" dirty="0">
                <a:solidFill>
                  <a:srgbClr val="405449"/>
                </a:solidFill>
                <a:latin typeface="Nobile" panose="02000503050000020004" pitchFamily="34" charset="0"/>
                <a:ea typeface="Nobile" panose="02000503050000020004" pitchFamily="34" charset="-122"/>
                <a:cs typeface="Nobile" panose="02000503050000020004" pitchFamily="34" charset="-120"/>
              </a:rPr>
              <a:t>Patient demographic analysis</a:t>
            </a:r>
            <a:endParaRPr lang="en-US" sz="550" dirty="0"/>
          </a:p>
          <a:p>
            <a:pPr marL="111760" indent="-111760" algn="l">
              <a:lnSpc>
                <a:spcPct val="107000"/>
              </a:lnSpc>
              <a:buSzPct val="100000"/>
              <a:buChar char="•"/>
            </a:pPr>
            <a:r>
              <a:rPr lang="en-US" sz="550" dirty="0">
                <a:solidFill>
                  <a:srgbClr val="405449"/>
                </a:solidFill>
                <a:latin typeface="Nobile" panose="02000503050000020004" pitchFamily="34" charset="0"/>
                <a:ea typeface="Nobile" panose="02000503050000020004" pitchFamily="34" charset="-122"/>
                <a:cs typeface="Nobile" panose="02000503050000020004" pitchFamily="34" charset="-120"/>
              </a:rPr>
              <a:t>Administrative dashboards</a:t>
            </a:r>
            <a:endParaRPr lang="en-US" sz="550" dirty="0"/>
          </a:p>
        </p:txBody>
      </p:sp>
      <p:pic>
        <p:nvPicPr>
          <p:cNvPr id="16"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2890242"/>
            <a:ext cx="8151763" cy="639961"/>
          </a:xfrm>
          <a:prstGeom prst="rect">
            <a:avLst/>
          </a:prstGeom>
        </p:spPr>
      </p:pic>
      <p:sp>
        <p:nvSpPr>
          <p:cNvPr id="17" name="Text 11"/>
          <p:cNvSpPr/>
          <p:nvPr/>
        </p:nvSpPr>
        <p:spPr>
          <a:xfrm>
            <a:off x="600149" y="3139380"/>
            <a:ext cx="113333" cy="141684"/>
          </a:xfrm>
          <a:prstGeom prst="rect">
            <a:avLst/>
          </a:prstGeom>
          <a:noFill/>
        </p:spPr>
        <p:txBody>
          <a:bodyPr wrap="none" lIns="0" tIns="0" rIns="0" bIns="0" rtlCol="0" anchor="ctr"/>
          <a:lstStyle/>
          <a:p>
            <a:pPr marL="0" indent="0" algn="ctr">
              <a:lnSpc>
                <a:spcPct val="100000"/>
              </a:lnSpc>
              <a:buNone/>
            </a:pPr>
            <a:r>
              <a:rPr lang="en-US" sz="850" dirty="0">
                <a:solidFill>
                  <a:srgbClr val="405449"/>
                </a:solidFill>
                <a:latin typeface="Fraunces ExtraBold" pitchFamily="34" charset="0"/>
                <a:ea typeface="Fraunces ExtraBold" pitchFamily="34" charset="-122"/>
                <a:cs typeface="Fraunces ExtraBold" pitchFamily="34" charset="-120"/>
              </a:rPr>
              <a:t>4</a:t>
            </a:r>
            <a:endParaRPr lang="en-US" sz="850" dirty="0"/>
          </a:p>
        </p:txBody>
      </p:sp>
      <p:sp>
        <p:nvSpPr>
          <p:cNvPr id="18" name="Text 12"/>
          <p:cNvSpPr/>
          <p:nvPr/>
        </p:nvSpPr>
        <p:spPr>
          <a:xfrm>
            <a:off x="854050" y="2975297"/>
            <a:ext cx="7708776" cy="118095"/>
          </a:xfrm>
          <a:prstGeom prst="rect">
            <a:avLst/>
          </a:prstGeom>
          <a:noFill/>
        </p:spPr>
        <p:txBody>
          <a:bodyPr wrap="none" lIns="0" tIns="0" rIns="0" bIns="0" rtlCol="0" anchor="t"/>
          <a:lstStyle/>
          <a:p>
            <a:pPr marL="0" indent="0" algn="l">
              <a:lnSpc>
                <a:spcPct val="104000"/>
              </a:lnSpc>
              <a:buNone/>
            </a:pPr>
            <a:r>
              <a:rPr lang="en-US" sz="700" dirty="0">
                <a:solidFill>
                  <a:srgbClr val="405449"/>
                </a:solidFill>
                <a:latin typeface="Fraunces ExtraBold" pitchFamily="34" charset="0"/>
                <a:ea typeface="Fraunces ExtraBold" pitchFamily="34" charset="-122"/>
                <a:cs typeface="Fraunces ExtraBold" pitchFamily="34" charset="-120"/>
              </a:rPr>
              <a:t>REST API &amp; Authentication</a:t>
            </a:r>
            <a:endParaRPr lang="en-US" sz="700" dirty="0"/>
          </a:p>
        </p:txBody>
      </p:sp>
      <p:sp>
        <p:nvSpPr>
          <p:cNvPr id="19" name="Text 13"/>
          <p:cNvSpPr/>
          <p:nvPr/>
        </p:nvSpPr>
        <p:spPr>
          <a:xfrm>
            <a:off x="854050" y="3121000"/>
            <a:ext cx="7708776" cy="324148"/>
          </a:xfrm>
          <a:prstGeom prst="rect">
            <a:avLst/>
          </a:prstGeom>
          <a:noFill/>
        </p:spPr>
        <p:txBody>
          <a:bodyPr wrap="square" lIns="0" tIns="0" rIns="0" bIns="0" rtlCol="0" anchor="t">
            <a:normAutofit/>
          </a:bodyPr>
          <a:lstStyle/>
          <a:p>
            <a:pPr marL="111760" indent="-111760" algn="l">
              <a:lnSpc>
                <a:spcPct val="107000"/>
              </a:lnSpc>
              <a:buSzPct val="100000"/>
              <a:buChar char="•"/>
            </a:pPr>
            <a:r>
              <a:rPr lang="en-US" sz="550" dirty="0">
                <a:solidFill>
                  <a:srgbClr val="405449"/>
                </a:solidFill>
                <a:latin typeface="Nobile" panose="02000503050000020004" pitchFamily="34" charset="0"/>
                <a:ea typeface="Nobile" panose="02000503050000020004" pitchFamily="34" charset="-122"/>
                <a:cs typeface="Nobile" panose="02000503050000020004" pitchFamily="34" charset="-120"/>
              </a:rPr>
              <a:t>Secure REST API communication</a:t>
            </a:r>
            <a:endParaRPr lang="en-US" sz="550" dirty="0"/>
          </a:p>
          <a:p>
            <a:pPr marL="111760" indent="-111760" algn="l">
              <a:lnSpc>
                <a:spcPct val="107000"/>
              </a:lnSpc>
              <a:buSzPct val="100000"/>
              <a:buChar char="•"/>
            </a:pPr>
            <a:r>
              <a:rPr lang="en-US" sz="550" dirty="0">
                <a:solidFill>
                  <a:srgbClr val="405449"/>
                </a:solidFill>
                <a:latin typeface="Nobile" panose="02000503050000020004" pitchFamily="34" charset="0"/>
                <a:ea typeface="Nobile" panose="02000503050000020004" pitchFamily="34" charset="-122"/>
                <a:cs typeface="Nobile" panose="02000503050000020004" pitchFamily="34" charset="-120"/>
              </a:rPr>
              <a:t>JWT Authentication</a:t>
            </a:r>
            <a:endParaRPr lang="en-US" sz="550" dirty="0"/>
          </a:p>
          <a:p>
            <a:pPr marL="111760" indent="-111760" algn="l">
              <a:lnSpc>
                <a:spcPct val="107000"/>
              </a:lnSpc>
              <a:buSzPct val="100000"/>
              <a:buChar char="•"/>
            </a:pPr>
            <a:r>
              <a:rPr lang="en-US" sz="550" dirty="0">
                <a:solidFill>
                  <a:srgbClr val="405449"/>
                </a:solidFill>
                <a:latin typeface="Nobile" panose="02000503050000020004" pitchFamily="34" charset="0"/>
                <a:ea typeface="Nobile" panose="02000503050000020004" pitchFamily="34" charset="-122"/>
                <a:cs typeface="Nobile" panose="02000503050000020004" pitchFamily="34" charset="-120"/>
              </a:rPr>
              <a:t>Role-Based Access Control (RBAC)</a:t>
            </a:r>
            <a:endParaRPr lang="en-US" sz="550" dirty="0"/>
          </a:p>
        </p:txBody>
      </p:sp>
      <p:pic>
        <p:nvPicPr>
          <p:cNvPr id="20"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3576265"/>
            <a:ext cx="8151763" cy="526554"/>
          </a:xfrm>
          <a:prstGeom prst="rect">
            <a:avLst/>
          </a:prstGeom>
        </p:spPr>
      </p:pic>
      <p:sp>
        <p:nvSpPr>
          <p:cNvPr id="21" name="Text 14"/>
          <p:cNvSpPr/>
          <p:nvPr/>
        </p:nvSpPr>
        <p:spPr>
          <a:xfrm>
            <a:off x="600149" y="3768700"/>
            <a:ext cx="113333" cy="141684"/>
          </a:xfrm>
          <a:prstGeom prst="rect">
            <a:avLst/>
          </a:prstGeom>
          <a:noFill/>
        </p:spPr>
        <p:txBody>
          <a:bodyPr wrap="none" lIns="0" tIns="0" rIns="0" bIns="0" rtlCol="0" anchor="ctr"/>
          <a:lstStyle/>
          <a:p>
            <a:pPr marL="0" indent="0" algn="ctr">
              <a:lnSpc>
                <a:spcPct val="100000"/>
              </a:lnSpc>
              <a:buNone/>
            </a:pPr>
            <a:r>
              <a:rPr lang="en-US" sz="850" dirty="0">
                <a:solidFill>
                  <a:srgbClr val="405449"/>
                </a:solidFill>
                <a:latin typeface="Fraunces ExtraBold" pitchFamily="34" charset="0"/>
                <a:ea typeface="Fraunces ExtraBold" pitchFamily="34" charset="-122"/>
                <a:cs typeface="Fraunces ExtraBold" pitchFamily="34" charset="-120"/>
              </a:rPr>
              <a:t>5</a:t>
            </a:r>
            <a:endParaRPr lang="en-US" sz="850" dirty="0"/>
          </a:p>
        </p:txBody>
      </p:sp>
      <p:sp>
        <p:nvSpPr>
          <p:cNvPr id="22" name="Text 15"/>
          <p:cNvSpPr/>
          <p:nvPr/>
        </p:nvSpPr>
        <p:spPr>
          <a:xfrm>
            <a:off x="854050" y="3661321"/>
            <a:ext cx="7708776" cy="118095"/>
          </a:xfrm>
          <a:prstGeom prst="rect">
            <a:avLst/>
          </a:prstGeom>
          <a:noFill/>
        </p:spPr>
        <p:txBody>
          <a:bodyPr wrap="none" lIns="0" tIns="0" rIns="0" bIns="0" rtlCol="0" anchor="t"/>
          <a:lstStyle/>
          <a:p>
            <a:pPr marL="0" indent="0" algn="l">
              <a:lnSpc>
                <a:spcPct val="104000"/>
              </a:lnSpc>
              <a:buNone/>
            </a:pPr>
            <a:r>
              <a:rPr lang="en-US" sz="700" dirty="0">
                <a:solidFill>
                  <a:srgbClr val="405449"/>
                </a:solidFill>
                <a:latin typeface="Fraunces ExtraBold" pitchFamily="34" charset="0"/>
                <a:ea typeface="Fraunces ExtraBold" pitchFamily="34" charset="-122"/>
                <a:cs typeface="Fraunces ExtraBold" pitchFamily="34" charset="-120"/>
              </a:rPr>
              <a:t>Database Management</a:t>
            </a:r>
            <a:endParaRPr lang="en-US" sz="700" dirty="0"/>
          </a:p>
        </p:txBody>
      </p:sp>
      <p:sp>
        <p:nvSpPr>
          <p:cNvPr id="23" name="Text 16"/>
          <p:cNvSpPr/>
          <p:nvPr/>
        </p:nvSpPr>
        <p:spPr>
          <a:xfrm>
            <a:off x="854050" y="3807023"/>
            <a:ext cx="7708776" cy="210741"/>
          </a:xfrm>
          <a:prstGeom prst="rect">
            <a:avLst/>
          </a:prstGeom>
          <a:noFill/>
        </p:spPr>
        <p:txBody>
          <a:bodyPr wrap="square" lIns="0" tIns="0" rIns="0" bIns="0" rtlCol="0" anchor="t">
            <a:normAutofit/>
          </a:bodyPr>
          <a:lstStyle/>
          <a:p>
            <a:pPr marL="111760" indent="-111760" algn="l">
              <a:lnSpc>
                <a:spcPct val="107000"/>
              </a:lnSpc>
              <a:buSzPct val="100000"/>
              <a:buChar char="•"/>
            </a:pPr>
            <a:r>
              <a:rPr lang="en-US" sz="550" dirty="0">
                <a:solidFill>
                  <a:srgbClr val="405449"/>
                </a:solidFill>
                <a:latin typeface="Nobile" panose="02000503050000020004" pitchFamily="34" charset="0"/>
                <a:ea typeface="Nobile" panose="02000503050000020004" pitchFamily="34" charset="-122"/>
                <a:cs typeface="Nobile" panose="02000503050000020004" pitchFamily="34" charset="-120"/>
              </a:rPr>
              <a:t>MySQL for structured healthcare data</a:t>
            </a:r>
            <a:endParaRPr lang="en-US" sz="550" dirty="0"/>
          </a:p>
          <a:p>
            <a:pPr marL="111760" indent="-111760" algn="l">
              <a:lnSpc>
                <a:spcPct val="107000"/>
              </a:lnSpc>
              <a:buSzPct val="100000"/>
              <a:buChar char="•"/>
            </a:pPr>
            <a:r>
              <a:rPr lang="en-US" sz="550" dirty="0">
                <a:solidFill>
                  <a:srgbClr val="405449"/>
                </a:solidFill>
                <a:latin typeface="Nobile" panose="02000503050000020004" pitchFamily="34" charset="0"/>
                <a:ea typeface="Nobile" panose="02000503050000020004" pitchFamily="34" charset="-122"/>
                <a:cs typeface="Nobile" panose="02000503050000020004" pitchFamily="34" charset="-120"/>
              </a:rPr>
              <a:t>MongoDB for document-based healthcare records</a:t>
            </a:r>
            <a:endParaRPr lang="en-US" sz="550" dirty="0"/>
          </a:p>
        </p:txBody>
      </p:sp>
      <p:pic>
        <p:nvPicPr>
          <p:cNvPr id="24" name="Image 5"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4148882"/>
            <a:ext cx="8151763" cy="639961"/>
          </a:xfrm>
          <a:prstGeom prst="rect">
            <a:avLst/>
          </a:prstGeom>
        </p:spPr>
      </p:pic>
      <p:sp>
        <p:nvSpPr>
          <p:cNvPr id="25" name="Text 17"/>
          <p:cNvSpPr/>
          <p:nvPr/>
        </p:nvSpPr>
        <p:spPr>
          <a:xfrm>
            <a:off x="600149" y="4398020"/>
            <a:ext cx="113333" cy="141684"/>
          </a:xfrm>
          <a:prstGeom prst="rect">
            <a:avLst/>
          </a:prstGeom>
          <a:noFill/>
        </p:spPr>
        <p:txBody>
          <a:bodyPr wrap="none" lIns="0" tIns="0" rIns="0" bIns="0" rtlCol="0" anchor="ctr"/>
          <a:lstStyle/>
          <a:p>
            <a:pPr marL="0" indent="0" algn="ctr">
              <a:lnSpc>
                <a:spcPct val="100000"/>
              </a:lnSpc>
              <a:buNone/>
            </a:pPr>
            <a:r>
              <a:rPr lang="en-US" sz="850" dirty="0">
                <a:solidFill>
                  <a:srgbClr val="405449"/>
                </a:solidFill>
                <a:latin typeface="Fraunces ExtraBold" pitchFamily="34" charset="0"/>
                <a:ea typeface="Fraunces ExtraBold" pitchFamily="34" charset="-122"/>
                <a:cs typeface="Fraunces ExtraBold" pitchFamily="34" charset="-120"/>
              </a:rPr>
              <a:t>6</a:t>
            </a:r>
            <a:endParaRPr lang="en-US" sz="850" dirty="0"/>
          </a:p>
        </p:txBody>
      </p:sp>
      <p:sp>
        <p:nvSpPr>
          <p:cNvPr id="26" name="Text 18"/>
          <p:cNvSpPr/>
          <p:nvPr/>
        </p:nvSpPr>
        <p:spPr>
          <a:xfrm>
            <a:off x="854050" y="4233937"/>
            <a:ext cx="7708776" cy="118095"/>
          </a:xfrm>
          <a:prstGeom prst="rect">
            <a:avLst/>
          </a:prstGeom>
          <a:noFill/>
        </p:spPr>
        <p:txBody>
          <a:bodyPr wrap="none" lIns="0" tIns="0" rIns="0" bIns="0" rtlCol="0" anchor="t"/>
          <a:lstStyle/>
          <a:p>
            <a:pPr marL="0" indent="0" algn="l">
              <a:lnSpc>
                <a:spcPct val="104000"/>
              </a:lnSpc>
              <a:buNone/>
            </a:pPr>
            <a:r>
              <a:rPr lang="en-US" sz="700" dirty="0">
                <a:solidFill>
                  <a:srgbClr val="405449"/>
                </a:solidFill>
                <a:latin typeface="Fraunces ExtraBold" pitchFamily="34" charset="0"/>
                <a:ea typeface="Fraunces ExtraBold" pitchFamily="34" charset="-122"/>
                <a:cs typeface="Fraunces ExtraBold" pitchFamily="34" charset="-120"/>
              </a:rPr>
              <a:t>Deployment &amp; Testing</a:t>
            </a:r>
            <a:endParaRPr lang="en-US" sz="700" dirty="0"/>
          </a:p>
        </p:txBody>
      </p:sp>
      <p:sp>
        <p:nvSpPr>
          <p:cNvPr id="27" name="Text 19"/>
          <p:cNvSpPr/>
          <p:nvPr/>
        </p:nvSpPr>
        <p:spPr>
          <a:xfrm>
            <a:off x="854050" y="4379640"/>
            <a:ext cx="7708776" cy="324148"/>
          </a:xfrm>
          <a:prstGeom prst="rect">
            <a:avLst/>
          </a:prstGeom>
          <a:noFill/>
        </p:spPr>
        <p:txBody>
          <a:bodyPr wrap="square" lIns="0" tIns="0" rIns="0" bIns="0" rtlCol="0" anchor="t">
            <a:normAutofit/>
          </a:bodyPr>
          <a:lstStyle/>
          <a:p>
            <a:pPr marL="111760" indent="-111760" algn="l">
              <a:lnSpc>
                <a:spcPct val="107000"/>
              </a:lnSpc>
              <a:buSzPct val="100000"/>
              <a:buChar char="•"/>
            </a:pPr>
            <a:r>
              <a:rPr lang="en-US" sz="550" dirty="0">
                <a:solidFill>
                  <a:srgbClr val="405449"/>
                </a:solidFill>
                <a:latin typeface="Nobile" panose="02000503050000020004" pitchFamily="34" charset="0"/>
                <a:ea typeface="Nobile" panose="02000503050000020004" pitchFamily="34" charset="-122"/>
                <a:cs typeface="Nobile" panose="02000503050000020004" pitchFamily="34" charset="-120"/>
              </a:rPr>
              <a:t>API testing using Postman</a:t>
            </a:r>
            <a:endParaRPr lang="en-US" sz="550" dirty="0"/>
          </a:p>
          <a:p>
            <a:pPr marL="111760" indent="-111760" algn="l">
              <a:lnSpc>
                <a:spcPct val="107000"/>
              </a:lnSpc>
              <a:buSzPct val="100000"/>
              <a:buChar char="•"/>
            </a:pPr>
            <a:r>
              <a:rPr lang="en-US" sz="550" dirty="0">
                <a:solidFill>
                  <a:srgbClr val="405449"/>
                </a:solidFill>
                <a:latin typeface="Nobile" panose="02000503050000020004" pitchFamily="34" charset="0"/>
                <a:ea typeface="Nobile" panose="02000503050000020004" pitchFamily="34" charset="-122"/>
                <a:cs typeface="Nobile" panose="02000503050000020004" pitchFamily="34" charset="-120"/>
              </a:rPr>
              <a:t>Backend deployment using Docker/Cloud</a:t>
            </a:r>
            <a:endParaRPr lang="en-US" sz="550" dirty="0"/>
          </a:p>
          <a:p>
            <a:pPr marL="111760" indent="-111760" algn="l">
              <a:lnSpc>
                <a:spcPct val="107000"/>
              </a:lnSpc>
              <a:buSzPct val="100000"/>
              <a:buChar char="•"/>
            </a:pPr>
            <a:r>
              <a:rPr lang="en-US" sz="550" dirty="0">
                <a:solidFill>
                  <a:srgbClr val="405449"/>
                </a:solidFill>
                <a:latin typeface="Nobile" panose="02000503050000020004" pitchFamily="34" charset="0"/>
                <a:ea typeface="Nobile" panose="02000503050000020004" pitchFamily="34" charset="-122"/>
                <a:cs typeface="Nobile" panose="02000503050000020004" pitchFamily="34" charset="-120"/>
              </a:rPr>
              <a:t>System documentation and validation</a:t>
            </a:r>
            <a:endParaRPr lang="en-US" sz="550" dirty="0"/>
          </a:p>
        </p:txBody>
      </p:sp>
      <p:pic>
        <p:nvPicPr>
          <p:cNvPr id="28" name="Image 0" descr="preencoded.png"/>
          <p:cNvPicPr>
            <a:picLocks noChangeAspect="1"/>
          </p:cNvPicPr>
          <p:nvPr/>
        </p:nvPicPr>
        <p:blipFill>
          <a:blip r:embed="rId6"/>
          <a:stretch>
            <a:fillRect/>
          </a:stretch>
        </p:blipFill>
        <p:spPr>
          <a:xfrm>
            <a:off x="7379335" y="0"/>
            <a:ext cx="1764665" cy="775970"/>
          </a:xfrm>
          <a:prstGeom prst="rect">
            <a:avLst/>
          </a:prstGeom>
        </p:spPr>
      </p:pic>
      <mc:AlternateContent xmlns:mc="http://schemas.openxmlformats.org/markup-compatibility/2006" xmlns:p14="http://schemas.microsoft.com/office/powerpoint/2010/main">
        <mc:Choice Requires="p14">
          <p:contentPart p14:bwMode="auto" r:id="rId7">
            <p14:nvContentPartPr>
              <p14:cNvPr id="30" name="Ink 29">
                <a:extLst>
                  <a:ext uri="{FF2B5EF4-FFF2-40B4-BE49-F238E27FC236}">
                    <a16:creationId xmlns:a16="http://schemas.microsoft.com/office/drawing/2014/main" id="{05F3881C-98FE-D32F-E9BD-108C1D6849C9}"/>
                  </a:ext>
                </a:extLst>
              </p14:cNvPr>
              <p14:cNvContentPartPr/>
              <p14:nvPr/>
            </p14:nvContentPartPr>
            <p14:xfrm rot="21610804">
              <a:off x="8168507" y="4937427"/>
              <a:ext cx="850356" cy="66768"/>
            </p14:xfrm>
          </p:contentPart>
        </mc:Choice>
        <mc:Fallback xmlns="">
          <p:pic>
            <p:nvPicPr>
              <p:cNvPr id="30" name="Ink 29">
                <a:extLst>
                  <a:ext uri="{FF2B5EF4-FFF2-40B4-BE49-F238E27FC236}">
                    <a16:creationId xmlns:a16="http://schemas.microsoft.com/office/drawing/2014/main" id="{05F3881C-98FE-D32F-E9BD-108C1D6849C9}"/>
                  </a:ext>
                </a:extLst>
              </p:cNvPr>
              <p:cNvPicPr/>
              <p:nvPr/>
            </p:nvPicPr>
            <p:blipFill>
              <a:blip r:embed="rId8"/>
              <a:stretch>
                <a:fillRect/>
              </a:stretch>
            </p:blipFill>
            <p:spPr>
              <a:xfrm rot="21610804">
                <a:off x="8105531" y="4874608"/>
                <a:ext cx="975948" cy="192048"/>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1" name="Ink 30">
                <a:extLst>
                  <a:ext uri="{FF2B5EF4-FFF2-40B4-BE49-F238E27FC236}">
                    <a16:creationId xmlns:a16="http://schemas.microsoft.com/office/drawing/2014/main" id="{B42B63EA-C51F-E6DF-4E5A-899B3480CE3B}"/>
                  </a:ext>
                </a:extLst>
              </p14:cNvPr>
              <p14:cNvContentPartPr/>
              <p14:nvPr/>
            </p14:nvContentPartPr>
            <p14:xfrm>
              <a:off x="8110025" y="4930671"/>
              <a:ext cx="921240" cy="110880"/>
            </p14:xfrm>
          </p:contentPart>
        </mc:Choice>
        <mc:Fallback xmlns="">
          <p:pic>
            <p:nvPicPr>
              <p:cNvPr id="31" name="Ink 30">
                <a:extLst>
                  <a:ext uri="{FF2B5EF4-FFF2-40B4-BE49-F238E27FC236}">
                    <a16:creationId xmlns:a16="http://schemas.microsoft.com/office/drawing/2014/main" id="{B42B63EA-C51F-E6DF-4E5A-899B3480CE3B}"/>
                  </a:ext>
                </a:extLst>
              </p:cNvPr>
              <p:cNvPicPr/>
              <p:nvPr/>
            </p:nvPicPr>
            <p:blipFill>
              <a:blip r:embed="rId10"/>
              <a:stretch>
                <a:fillRect/>
              </a:stretch>
            </p:blipFill>
            <p:spPr>
              <a:xfrm>
                <a:off x="8047385" y="4867671"/>
                <a:ext cx="1046880" cy="23652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456233"/>
            <a:ext cx="8151763" cy="310083"/>
          </a:xfrm>
          <a:prstGeom prst="rect">
            <a:avLst/>
          </a:prstGeom>
          <a:noFill/>
        </p:spPr>
        <p:txBody>
          <a:bodyPr wrap="none" lIns="0" tIns="0" rIns="0" bIns="0" rtlCol="0" anchor="t"/>
          <a:lstStyle/>
          <a:p>
            <a:pPr marL="0" indent="0" algn="l">
              <a:lnSpc>
                <a:spcPct val="104000"/>
              </a:lnSpc>
              <a:buNone/>
            </a:pPr>
            <a:r>
              <a:rPr lang="en-US" sz="1950" dirty="0">
                <a:solidFill>
                  <a:srgbClr val="3B4540"/>
                </a:solidFill>
                <a:latin typeface="Fraunces ExtraBold" pitchFamily="34" charset="0"/>
                <a:ea typeface="Fraunces ExtraBold" pitchFamily="34" charset="-122"/>
                <a:cs typeface="Fraunces ExtraBold" pitchFamily="34" charset="-120"/>
              </a:rPr>
              <a:t>Feasibility &amp; Technology Stack</a:t>
            </a:r>
            <a:endParaRPr lang="en-US" sz="1950" dirty="0"/>
          </a:p>
        </p:txBody>
      </p:sp>
      <p:sp>
        <p:nvSpPr>
          <p:cNvPr id="3" name="Text 1"/>
          <p:cNvSpPr/>
          <p:nvPr/>
        </p:nvSpPr>
        <p:spPr>
          <a:xfrm>
            <a:off x="496119" y="1014338"/>
            <a:ext cx="8151763" cy="793849"/>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405449"/>
                </a:solidFill>
                <a:latin typeface="Nobile" panose="02000503050000020004" pitchFamily="34" charset="0"/>
                <a:ea typeface="Nobile" panose="02000503050000020004" pitchFamily="34" charset="-122"/>
                <a:cs typeface="Nobile" panose="02000503050000020004" pitchFamily="34" charset="-120"/>
              </a:rPr>
              <a:t>Our proposed AI-Driven Smart Healthcare Data Exchange and Analytics Ecosystem is designed to overcome existing challenges, offering a secure, scalable, and interconnected platform that unifies patients, doctors, hospitals, laboratories, and administrators. This comprehensive solution leverages modern architectural patterns and robust technologies to deliver significant improvements in healthcare management and patient care.</a:t>
            </a:r>
            <a:endParaRPr lang="en-US" sz="950" dirty="0"/>
          </a:p>
        </p:txBody>
      </p:sp>
      <p:sp>
        <p:nvSpPr>
          <p:cNvPr id="4" name="Shape 2"/>
          <p:cNvSpPr/>
          <p:nvPr/>
        </p:nvSpPr>
        <p:spPr>
          <a:xfrm>
            <a:off x="496119" y="1947714"/>
            <a:ext cx="1944960" cy="1702371"/>
          </a:xfrm>
          <a:prstGeom prst="roundRect">
            <a:avLst>
              <a:gd name="adj" fmla="val 6558"/>
            </a:avLst>
          </a:prstGeom>
          <a:solidFill>
            <a:srgbClr val="E8F3E8"/>
          </a:solidFill>
        </p:spPr>
      </p:sp>
      <p:sp>
        <p:nvSpPr>
          <p:cNvPr id="5" name="Text 3"/>
          <p:cNvSpPr/>
          <p:nvPr/>
        </p:nvSpPr>
        <p:spPr>
          <a:xfrm>
            <a:off x="620092" y="2071688"/>
            <a:ext cx="1697013" cy="387697"/>
          </a:xfrm>
          <a:prstGeom prst="rect">
            <a:avLst/>
          </a:prstGeom>
          <a:noFill/>
        </p:spPr>
        <p:txBody>
          <a:bodyPr wrap="square" lIns="0" tIns="0" rIns="0" bIns="0" rtlCol="0" anchor="t">
            <a:normAutofit/>
          </a:bodyPr>
          <a:lstStyle/>
          <a:p>
            <a:pPr marL="0" indent="0" algn="l">
              <a:lnSpc>
                <a:spcPct val="104000"/>
              </a:lnSpc>
              <a:buNone/>
            </a:pPr>
            <a:r>
              <a:rPr lang="en-US" sz="1200" dirty="0">
                <a:solidFill>
                  <a:srgbClr val="405449"/>
                </a:solidFill>
                <a:latin typeface="Fraunces ExtraBold" pitchFamily="34" charset="0"/>
                <a:ea typeface="Fraunces ExtraBold" pitchFamily="34" charset="-122"/>
                <a:cs typeface="Fraunces ExtraBold" pitchFamily="34" charset="-120"/>
              </a:rPr>
              <a:t>Integrated Ecosystem</a:t>
            </a:r>
            <a:endParaRPr lang="en-US" sz="1200" dirty="0"/>
          </a:p>
        </p:txBody>
      </p:sp>
      <p:sp>
        <p:nvSpPr>
          <p:cNvPr id="6" name="Text 4"/>
          <p:cNvSpPr/>
          <p:nvPr/>
        </p:nvSpPr>
        <p:spPr>
          <a:xfrm>
            <a:off x="620092" y="2533799"/>
            <a:ext cx="1697013" cy="793849"/>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405449"/>
                </a:solidFill>
                <a:latin typeface="Nobile" panose="02000503050000020004" pitchFamily="34" charset="0"/>
                <a:ea typeface="Nobile" panose="02000503050000020004" pitchFamily="34" charset="-122"/>
                <a:cs typeface="Nobile" panose="02000503050000020004" pitchFamily="34" charset="-120"/>
              </a:rPr>
              <a:t>A secure and scalable platform connecting all healthcare stakeholders for unified data exchange.</a:t>
            </a:r>
            <a:endParaRPr lang="en-US" sz="950" dirty="0"/>
          </a:p>
        </p:txBody>
      </p:sp>
      <p:sp>
        <p:nvSpPr>
          <p:cNvPr id="7" name="Shape 5"/>
          <p:cNvSpPr/>
          <p:nvPr/>
        </p:nvSpPr>
        <p:spPr>
          <a:xfrm>
            <a:off x="2565053" y="1947714"/>
            <a:ext cx="1944960" cy="1702371"/>
          </a:xfrm>
          <a:prstGeom prst="roundRect">
            <a:avLst>
              <a:gd name="adj" fmla="val 6558"/>
            </a:avLst>
          </a:prstGeom>
          <a:solidFill>
            <a:srgbClr val="E8F3E8"/>
          </a:solidFill>
        </p:spPr>
      </p:sp>
      <p:sp>
        <p:nvSpPr>
          <p:cNvPr id="8" name="Text 6"/>
          <p:cNvSpPr/>
          <p:nvPr/>
        </p:nvSpPr>
        <p:spPr>
          <a:xfrm>
            <a:off x="2689027" y="2071688"/>
            <a:ext cx="1697013" cy="387697"/>
          </a:xfrm>
          <a:prstGeom prst="rect">
            <a:avLst/>
          </a:prstGeom>
          <a:noFill/>
        </p:spPr>
        <p:txBody>
          <a:bodyPr wrap="square" lIns="0" tIns="0" rIns="0" bIns="0" rtlCol="0" anchor="t">
            <a:normAutofit/>
          </a:bodyPr>
          <a:lstStyle/>
          <a:p>
            <a:pPr marL="0" indent="0" algn="l">
              <a:lnSpc>
                <a:spcPct val="104000"/>
              </a:lnSpc>
              <a:buNone/>
            </a:pPr>
            <a:r>
              <a:rPr lang="en-US" sz="1200" dirty="0">
                <a:solidFill>
                  <a:srgbClr val="405449"/>
                </a:solidFill>
                <a:latin typeface="Fraunces ExtraBold" pitchFamily="34" charset="0"/>
                <a:ea typeface="Fraunces ExtraBold" pitchFamily="34" charset="-122"/>
                <a:cs typeface="Fraunces ExtraBold" pitchFamily="34" charset="-120"/>
              </a:rPr>
              <a:t>Centralised Data Management</a:t>
            </a:r>
            <a:endParaRPr lang="en-US" sz="1200" dirty="0"/>
          </a:p>
        </p:txBody>
      </p:sp>
      <p:sp>
        <p:nvSpPr>
          <p:cNvPr id="9" name="Text 7"/>
          <p:cNvSpPr/>
          <p:nvPr/>
        </p:nvSpPr>
        <p:spPr>
          <a:xfrm>
            <a:off x="2689027" y="2533799"/>
            <a:ext cx="1697013" cy="793849"/>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405449"/>
                </a:solidFill>
                <a:latin typeface="Nobile" panose="02000503050000020004" pitchFamily="34" charset="0"/>
                <a:ea typeface="Nobile" panose="02000503050000020004" pitchFamily="34" charset="-122"/>
                <a:cs typeface="Nobile" panose="02000503050000020004" pitchFamily="34" charset="-120"/>
              </a:rPr>
              <a:t>Eliminates fragmentation, reduces duplicate tests, and provides complete patient histories for clinicians.</a:t>
            </a:r>
            <a:endParaRPr lang="en-US" sz="950" dirty="0"/>
          </a:p>
        </p:txBody>
      </p:sp>
      <p:sp>
        <p:nvSpPr>
          <p:cNvPr id="10" name="Shape 8"/>
          <p:cNvSpPr/>
          <p:nvPr/>
        </p:nvSpPr>
        <p:spPr>
          <a:xfrm>
            <a:off x="4633987" y="1947714"/>
            <a:ext cx="1944960" cy="1702371"/>
          </a:xfrm>
          <a:prstGeom prst="roundRect">
            <a:avLst>
              <a:gd name="adj" fmla="val 6558"/>
            </a:avLst>
          </a:prstGeom>
          <a:solidFill>
            <a:srgbClr val="E8F3E8"/>
          </a:solidFill>
        </p:spPr>
      </p:sp>
      <p:sp>
        <p:nvSpPr>
          <p:cNvPr id="11" name="Text 9"/>
          <p:cNvSpPr/>
          <p:nvPr/>
        </p:nvSpPr>
        <p:spPr>
          <a:xfrm>
            <a:off x="4757961" y="2071688"/>
            <a:ext cx="1697013" cy="387697"/>
          </a:xfrm>
          <a:prstGeom prst="rect">
            <a:avLst/>
          </a:prstGeom>
          <a:noFill/>
        </p:spPr>
        <p:txBody>
          <a:bodyPr wrap="square" lIns="0" tIns="0" rIns="0" bIns="0" rtlCol="0" anchor="t">
            <a:normAutofit/>
          </a:bodyPr>
          <a:lstStyle/>
          <a:p>
            <a:pPr marL="0" indent="0" algn="l">
              <a:lnSpc>
                <a:spcPct val="104000"/>
              </a:lnSpc>
              <a:buNone/>
            </a:pPr>
            <a:r>
              <a:rPr lang="en-US" sz="1200" dirty="0">
                <a:solidFill>
                  <a:srgbClr val="405449"/>
                </a:solidFill>
                <a:latin typeface="Fraunces ExtraBold" pitchFamily="34" charset="0"/>
                <a:ea typeface="Fraunces ExtraBold" pitchFamily="34" charset="-122"/>
                <a:cs typeface="Fraunces ExtraBold" pitchFamily="34" charset="-120"/>
              </a:rPr>
              <a:t>Operational Efficiency</a:t>
            </a:r>
            <a:endParaRPr lang="en-US" sz="1200" dirty="0"/>
          </a:p>
        </p:txBody>
      </p:sp>
      <p:sp>
        <p:nvSpPr>
          <p:cNvPr id="12" name="Text 10"/>
          <p:cNvSpPr/>
          <p:nvPr/>
        </p:nvSpPr>
        <p:spPr>
          <a:xfrm>
            <a:off x="4757961" y="2533799"/>
            <a:ext cx="1697013" cy="992312"/>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405449"/>
                </a:solidFill>
                <a:latin typeface="Nobile" panose="02000503050000020004" pitchFamily="34" charset="0"/>
                <a:ea typeface="Nobile" panose="02000503050000020004" pitchFamily="34" charset="-122"/>
                <a:cs typeface="Nobile" panose="02000503050000020004" pitchFamily="34" charset="-120"/>
              </a:rPr>
              <a:t>Streamlines patient/doctor management, online appointments, and digital EMR, reducing paperwork and wait times.</a:t>
            </a:r>
            <a:endParaRPr lang="en-US" sz="950" dirty="0"/>
          </a:p>
        </p:txBody>
      </p:sp>
      <p:sp>
        <p:nvSpPr>
          <p:cNvPr id="13" name="Shape 11"/>
          <p:cNvSpPr/>
          <p:nvPr/>
        </p:nvSpPr>
        <p:spPr>
          <a:xfrm>
            <a:off x="6702921" y="1947714"/>
            <a:ext cx="1944960" cy="1702371"/>
          </a:xfrm>
          <a:prstGeom prst="roundRect">
            <a:avLst>
              <a:gd name="adj" fmla="val 6558"/>
            </a:avLst>
          </a:prstGeom>
          <a:solidFill>
            <a:srgbClr val="E8F3E8"/>
          </a:solidFill>
        </p:spPr>
      </p:sp>
      <p:sp>
        <p:nvSpPr>
          <p:cNvPr id="14" name="Text 12"/>
          <p:cNvSpPr/>
          <p:nvPr/>
        </p:nvSpPr>
        <p:spPr>
          <a:xfrm>
            <a:off x="6826895" y="2071688"/>
            <a:ext cx="1697013" cy="387697"/>
          </a:xfrm>
          <a:prstGeom prst="rect">
            <a:avLst/>
          </a:prstGeom>
          <a:noFill/>
        </p:spPr>
        <p:txBody>
          <a:bodyPr wrap="square" lIns="0" tIns="0" rIns="0" bIns="0" rtlCol="0" anchor="t">
            <a:normAutofit/>
          </a:bodyPr>
          <a:lstStyle/>
          <a:p>
            <a:pPr marL="0" indent="0" algn="l">
              <a:lnSpc>
                <a:spcPct val="104000"/>
              </a:lnSpc>
              <a:buNone/>
            </a:pPr>
            <a:r>
              <a:rPr lang="en-US" sz="1200" dirty="0">
                <a:solidFill>
                  <a:srgbClr val="405449"/>
                </a:solidFill>
                <a:latin typeface="Fraunces ExtraBold" pitchFamily="34" charset="0"/>
                <a:ea typeface="Fraunces ExtraBold" pitchFamily="34" charset="-122"/>
                <a:cs typeface="Fraunces ExtraBold" pitchFamily="34" charset="-120"/>
              </a:rPr>
              <a:t>Secure Communication</a:t>
            </a:r>
            <a:endParaRPr lang="en-US" sz="1200" dirty="0"/>
          </a:p>
        </p:txBody>
      </p:sp>
      <p:sp>
        <p:nvSpPr>
          <p:cNvPr id="15" name="Text 13"/>
          <p:cNvSpPr/>
          <p:nvPr/>
        </p:nvSpPr>
        <p:spPr>
          <a:xfrm>
            <a:off x="6826895" y="2533799"/>
            <a:ext cx="1697013" cy="992312"/>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405449"/>
                </a:solidFill>
                <a:latin typeface="Nobile" panose="02000503050000020004" pitchFamily="34" charset="0"/>
                <a:ea typeface="Nobile" panose="02000503050000020004" pitchFamily="34" charset="-122"/>
                <a:cs typeface="Nobile" panose="02000503050000020004" pitchFamily="34" charset="-120"/>
              </a:rPr>
              <a:t>REST APIs for data exchange, with JWT authentication and role-based access control for sensitive information.</a:t>
            </a:r>
            <a:endParaRPr lang="en-US" sz="950" dirty="0"/>
          </a:p>
        </p:txBody>
      </p:sp>
      <p:sp>
        <p:nvSpPr>
          <p:cNvPr id="16" name="Shape 14"/>
          <p:cNvSpPr/>
          <p:nvPr/>
        </p:nvSpPr>
        <p:spPr>
          <a:xfrm>
            <a:off x="496119" y="3774058"/>
            <a:ext cx="4013895" cy="913135"/>
          </a:xfrm>
          <a:prstGeom prst="roundRect">
            <a:avLst>
              <a:gd name="adj" fmla="val 12226"/>
            </a:avLst>
          </a:prstGeom>
          <a:solidFill>
            <a:srgbClr val="E8F3E8"/>
          </a:solidFill>
        </p:spPr>
      </p:sp>
      <p:sp>
        <p:nvSpPr>
          <p:cNvPr id="17" name="Text 15"/>
          <p:cNvSpPr/>
          <p:nvPr/>
        </p:nvSpPr>
        <p:spPr>
          <a:xfrm>
            <a:off x="620092" y="3898032"/>
            <a:ext cx="3765947" cy="193849"/>
          </a:xfrm>
          <a:prstGeom prst="rect">
            <a:avLst/>
          </a:prstGeom>
          <a:noFill/>
        </p:spPr>
        <p:txBody>
          <a:bodyPr wrap="none" lIns="0" tIns="0" rIns="0" bIns="0" rtlCol="0" anchor="t"/>
          <a:lstStyle/>
          <a:p>
            <a:pPr marL="0" indent="0" algn="l">
              <a:lnSpc>
                <a:spcPct val="104000"/>
              </a:lnSpc>
              <a:buNone/>
            </a:pPr>
            <a:r>
              <a:rPr lang="en-US" sz="1200" dirty="0">
                <a:solidFill>
                  <a:srgbClr val="405449"/>
                </a:solidFill>
                <a:latin typeface="Fraunces ExtraBold" pitchFamily="34" charset="0"/>
                <a:ea typeface="Fraunces ExtraBold" pitchFamily="34" charset="-122"/>
                <a:cs typeface="Fraunces ExtraBold" pitchFamily="34" charset="-120"/>
              </a:rPr>
              <a:t>Hybrid Database Architecture</a:t>
            </a:r>
            <a:endParaRPr lang="en-US" sz="1200" dirty="0"/>
          </a:p>
        </p:txBody>
      </p:sp>
      <p:sp>
        <p:nvSpPr>
          <p:cNvPr id="18" name="Text 16"/>
          <p:cNvSpPr/>
          <p:nvPr/>
        </p:nvSpPr>
        <p:spPr>
          <a:xfrm>
            <a:off x="620092" y="4166295"/>
            <a:ext cx="3765947" cy="396925"/>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405449"/>
                </a:solidFill>
                <a:latin typeface="Nobile" panose="02000503050000020004" pitchFamily="34" charset="0"/>
                <a:ea typeface="Nobile" panose="02000503050000020004" pitchFamily="34" charset="-122"/>
                <a:cs typeface="Nobile" panose="02000503050000020004" pitchFamily="34" charset="-120"/>
              </a:rPr>
              <a:t>MySQL for structured records and MongoDB for unstructured data, ensuring scalability and flexibility.</a:t>
            </a:r>
            <a:endParaRPr lang="en-US" sz="950" dirty="0"/>
          </a:p>
        </p:txBody>
      </p:sp>
      <p:sp>
        <p:nvSpPr>
          <p:cNvPr id="19" name="Shape 17"/>
          <p:cNvSpPr/>
          <p:nvPr/>
        </p:nvSpPr>
        <p:spPr>
          <a:xfrm>
            <a:off x="4633987" y="3774058"/>
            <a:ext cx="4013895" cy="913135"/>
          </a:xfrm>
          <a:prstGeom prst="roundRect">
            <a:avLst>
              <a:gd name="adj" fmla="val 12226"/>
            </a:avLst>
          </a:prstGeom>
          <a:solidFill>
            <a:srgbClr val="E8F3E8"/>
          </a:solidFill>
        </p:spPr>
      </p:sp>
      <p:sp>
        <p:nvSpPr>
          <p:cNvPr id="20" name="Text 18"/>
          <p:cNvSpPr/>
          <p:nvPr/>
        </p:nvSpPr>
        <p:spPr>
          <a:xfrm>
            <a:off x="4757961" y="3898032"/>
            <a:ext cx="3765947" cy="193849"/>
          </a:xfrm>
          <a:prstGeom prst="rect">
            <a:avLst/>
          </a:prstGeom>
          <a:noFill/>
        </p:spPr>
        <p:txBody>
          <a:bodyPr wrap="none" lIns="0" tIns="0" rIns="0" bIns="0" rtlCol="0" anchor="t"/>
          <a:lstStyle/>
          <a:p>
            <a:pPr marL="0" indent="0" algn="l">
              <a:lnSpc>
                <a:spcPct val="104000"/>
              </a:lnSpc>
              <a:buNone/>
            </a:pPr>
            <a:r>
              <a:rPr lang="en-US" sz="1200" dirty="0">
                <a:solidFill>
                  <a:srgbClr val="405449"/>
                </a:solidFill>
                <a:latin typeface="Fraunces ExtraBold" pitchFamily="34" charset="0"/>
                <a:ea typeface="Fraunces ExtraBold" pitchFamily="34" charset="-122"/>
                <a:cs typeface="Fraunces ExtraBold" pitchFamily="34" charset="-120"/>
              </a:rPr>
              <a:t>AI-Powered Analytics</a:t>
            </a:r>
            <a:endParaRPr lang="en-US" sz="1200" dirty="0"/>
          </a:p>
        </p:txBody>
      </p:sp>
      <p:sp>
        <p:nvSpPr>
          <p:cNvPr id="21" name="Text 19"/>
          <p:cNvSpPr/>
          <p:nvPr/>
        </p:nvSpPr>
        <p:spPr>
          <a:xfrm>
            <a:off x="4757961" y="4166295"/>
            <a:ext cx="3765947" cy="396925"/>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405449"/>
                </a:solidFill>
                <a:latin typeface="Nobile" panose="02000503050000020004" pitchFamily="34" charset="0"/>
                <a:ea typeface="Nobile" panose="02000503050000020004" pitchFamily="34" charset="-122"/>
                <a:cs typeface="Nobile" panose="02000503050000020004" pitchFamily="34" charset="-120"/>
              </a:rPr>
              <a:t>Generates reports, identifies disease trends, monitors workloads, and supports data-driven decision-making.</a:t>
            </a:r>
            <a:endParaRPr lang="en-US" sz="950" dirty="0"/>
          </a:p>
        </p:txBody>
      </p:sp>
      <p:pic>
        <p:nvPicPr>
          <p:cNvPr id="22" name="Image 0" descr="preencoded.png"/>
          <p:cNvPicPr>
            <a:picLocks noChangeAspect="1"/>
          </p:cNvPicPr>
          <p:nvPr/>
        </p:nvPicPr>
        <p:blipFill>
          <a:blip r:embed="rId3"/>
          <a:stretch>
            <a:fillRect/>
          </a:stretch>
        </p:blipFill>
        <p:spPr>
          <a:xfrm>
            <a:off x="7074719" y="10"/>
            <a:ext cx="2069604" cy="982266"/>
          </a:xfrm>
          <a:prstGeom prst="rect">
            <a:avLst/>
          </a:prstGeom>
        </p:spPr>
      </p:pic>
      <mc:AlternateContent xmlns:mc="http://schemas.openxmlformats.org/markup-compatibility/2006" xmlns:p14="http://schemas.microsoft.com/office/powerpoint/2010/main">
        <mc:Choice Requires="p14">
          <p:contentPart p14:bwMode="auto" r:id="rId4">
            <p14:nvContentPartPr>
              <p14:cNvPr id="24" name="Ink 23">
                <a:extLst>
                  <a:ext uri="{FF2B5EF4-FFF2-40B4-BE49-F238E27FC236}">
                    <a16:creationId xmlns:a16="http://schemas.microsoft.com/office/drawing/2014/main" id="{7219DA5F-D2A3-3695-3FC2-328BF669A9DF}"/>
                  </a:ext>
                </a:extLst>
              </p14:cNvPr>
              <p14:cNvContentPartPr/>
              <p14:nvPr/>
            </p14:nvContentPartPr>
            <p14:xfrm>
              <a:off x="8152145" y="4965591"/>
              <a:ext cx="852120" cy="720"/>
            </p14:xfrm>
          </p:contentPart>
        </mc:Choice>
        <mc:Fallback xmlns="">
          <p:pic>
            <p:nvPicPr>
              <p:cNvPr id="24" name="Ink 23">
                <a:extLst>
                  <a:ext uri="{FF2B5EF4-FFF2-40B4-BE49-F238E27FC236}">
                    <a16:creationId xmlns:a16="http://schemas.microsoft.com/office/drawing/2014/main" id="{7219DA5F-D2A3-3695-3FC2-328BF669A9DF}"/>
                  </a:ext>
                </a:extLst>
              </p:cNvPr>
              <p:cNvPicPr/>
              <p:nvPr/>
            </p:nvPicPr>
            <p:blipFill>
              <a:blip r:embed="rId5"/>
              <a:stretch>
                <a:fillRect/>
              </a:stretch>
            </p:blipFill>
            <p:spPr>
              <a:xfrm>
                <a:off x="8089505" y="4839591"/>
                <a:ext cx="97776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5" name="Ink 24">
                <a:extLst>
                  <a:ext uri="{FF2B5EF4-FFF2-40B4-BE49-F238E27FC236}">
                    <a16:creationId xmlns:a16="http://schemas.microsoft.com/office/drawing/2014/main" id="{956A76E7-7CF1-D73A-192B-58E284068D3B}"/>
                  </a:ext>
                </a:extLst>
              </p14:cNvPr>
              <p14:cNvContentPartPr/>
              <p14:nvPr/>
            </p14:nvContentPartPr>
            <p14:xfrm>
              <a:off x="8109305" y="4900071"/>
              <a:ext cx="927000" cy="158400"/>
            </p14:xfrm>
          </p:contentPart>
        </mc:Choice>
        <mc:Fallback xmlns="">
          <p:pic>
            <p:nvPicPr>
              <p:cNvPr id="25" name="Ink 24">
                <a:extLst>
                  <a:ext uri="{FF2B5EF4-FFF2-40B4-BE49-F238E27FC236}">
                    <a16:creationId xmlns:a16="http://schemas.microsoft.com/office/drawing/2014/main" id="{956A76E7-7CF1-D73A-192B-58E284068D3B}"/>
                  </a:ext>
                </a:extLst>
              </p:cNvPr>
              <p:cNvPicPr/>
              <p:nvPr/>
            </p:nvPicPr>
            <p:blipFill>
              <a:blip r:embed="rId7"/>
              <a:stretch>
                <a:fillRect/>
              </a:stretch>
            </p:blipFill>
            <p:spPr>
              <a:xfrm>
                <a:off x="8046305" y="4837071"/>
                <a:ext cx="1052640" cy="28404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382414"/>
            <a:ext cx="8151763" cy="333077"/>
          </a:xfrm>
          <a:prstGeom prst="rect">
            <a:avLst/>
          </a:prstGeom>
          <a:noFill/>
        </p:spPr>
        <p:txBody>
          <a:bodyPr wrap="none" lIns="0" tIns="0" rIns="0" bIns="0" rtlCol="0" anchor="t"/>
          <a:lstStyle/>
          <a:p>
            <a:pPr marL="0" indent="0" algn="l">
              <a:lnSpc>
                <a:spcPct val="104000"/>
              </a:lnSpc>
              <a:buNone/>
            </a:pPr>
            <a:r>
              <a:rPr lang="en-US" sz="2050" dirty="0">
                <a:solidFill>
                  <a:srgbClr val="3B4540"/>
                </a:solidFill>
                <a:latin typeface="Fraunces ExtraBold" pitchFamily="34" charset="0"/>
                <a:ea typeface="Fraunces ExtraBold" pitchFamily="34" charset="-122"/>
                <a:cs typeface="Fraunces ExtraBold" pitchFamily="34" charset="-120"/>
              </a:rPr>
              <a:t>Feasibility &amp; Technology Stack</a:t>
            </a:r>
            <a:endParaRPr lang="en-US" sz="2050" dirty="0"/>
          </a:p>
        </p:txBody>
      </p:sp>
      <p:sp>
        <p:nvSpPr>
          <p:cNvPr id="3" name="Text 1"/>
          <p:cNvSpPr/>
          <p:nvPr/>
        </p:nvSpPr>
        <p:spPr>
          <a:xfrm>
            <a:off x="496119" y="898699"/>
            <a:ext cx="8151763" cy="317153"/>
          </a:xfrm>
          <a:prstGeom prst="rect">
            <a:avLst/>
          </a:prstGeom>
          <a:noFill/>
        </p:spPr>
        <p:txBody>
          <a:bodyPr wrap="square" lIns="0" tIns="0" rIns="0" bIns="0" rtlCol="0" anchor="t">
            <a:normAutofit/>
          </a:bodyPr>
          <a:lstStyle/>
          <a:p>
            <a:pPr marL="0" indent="0" algn="l">
              <a:lnSpc>
                <a:spcPct val="124000"/>
              </a:lnSpc>
              <a:buNone/>
            </a:pPr>
            <a:r>
              <a:rPr lang="en-US" sz="800" dirty="0">
                <a:solidFill>
                  <a:srgbClr val="405449"/>
                </a:solidFill>
                <a:latin typeface="Nobile" panose="02000503050000020004" pitchFamily="34" charset="0"/>
                <a:ea typeface="Nobile" panose="02000503050000020004" pitchFamily="34" charset="-122"/>
                <a:cs typeface="Nobile" panose="02000503050000020004" pitchFamily="34" charset="-120"/>
              </a:rPr>
              <a:t>Our ecosystem leverages proven, modern technologies to ensure robust performance, scalability, and security. The development process is streamlined by well-established tools and frameworks, fostering efficient collaboration and future-proofing the platform.</a:t>
            </a:r>
            <a:endParaRPr lang="en-US" sz="8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318840"/>
            <a:ext cx="266477" cy="266477"/>
          </a:xfrm>
          <a:prstGeom prst="rect">
            <a:avLst/>
          </a:prstGeom>
        </p:spPr>
      </p:pic>
      <p:sp>
        <p:nvSpPr>
          <p:cNvPr id="5" name="Text 2"/>
          <p:cNvSpPr/>
          <p:nvPr/>
        </p:nvSpPr>
        <p:spPr>
          <a:xfrm>
            <a:off x="496119" y="1699766"/>
            <a:ext cx="2640955" cy="166539"/>
          </a:xfrm>
          <a:prstGeom prst="rect">
            <a:avLst/>
          </a:prstGeom>
          <a:noFill/>
        </p:spPr>
        <p:txBody>
          <a:bodyPr wrap="none" lIns="0" tIns="0" rIns="0" bIns="0" rtlCol="0" anchor="t"/>
          <a:lstStyle/>
          <a:p>
            <a:pPr marL="0" indent="0" algn="l">
              <a:lnSpc>
                <a:spcPct val="104000"/>
              </a:lnSpc>
              <a:buNone/>
            </a:pPr>
            <a:r>
              <a:rPr lang="en-US" sz="1000" dirty="0">
                <a:solidFill>
                  <a:srgbClr val="405449"/>
                </a:solidFill>
                <a:latin typeface="Fraunces ExtraBold" pitchFamily="34" charset="0"/>
                <a:ea typeface="Fraunces ExtraBold" pitchFamily="34" charset="-122"/>
                <a:cs typeface="Fraunces ExtraBold" pitchFamily="34" charset="-120"/>
              </a:rPr>
              <a:t>Development Environment</a:t>
            </a:r>
            <a:endParaRPr lang="en-US" sz="1000" dirty="0"/>
          </a:p>
        </p:txBody>
      </p:sp>
      <p:sp>
        <p:nvSpPr>
          <p:cNvPr id="6" name="Text 3"/>
          <p:cNvSpPr/>
          <p:nvPr/>
        </p:nvSpPr>
        <p:spPr>
          <a:xfrm>
            <a:off x="496119" y="1921222"/>
            <a:ext cx="2640955" cy="317153"/>
          </a:xfrm>
          <a:prstGeom prst="rect">
            <a:avLst/>
          </a:prstGeom>
          <a:noFill/>
        </p:spPr>
        <p:txBody>
          <a:bodyPr wrap="square" lIns="0" tIns="0" rIns="0" bIns="0" rtlCol="0" anchor="t">
            <a:normAutofit/>
          </a:bodyPr>
          <a:lstStyle/>
          <a:p>
            <a:pPr marL="0" indent="0" algn="l">
              <a:lnSpc>
                <a:spcPct val="124000"/>
              </a:lnSpc>
              <a:buNone/>
            </a:pPr>
            <a:r>
              <a:rPr lang="en-US" sz="800" dirty="0">
                <a:solidFill>
                  <a:srgbClr val="405449"/>
                </a:solidFill>
                <a:latin typeface="Nobile" panose="02000503050000020004" pitchFamily="34" charset="0"/>
                <a:ea typeface="Nobile" panose="02000503050000020004" pitchFamily="34" charset="-122"/>
                <a:cs typeface="Nobile" panose="02000503050000020004" pitchFamily="34" charset="-120"/>
              </a:rPr>
              <a:t>Standard laptops with 8GB RAM and internet connectivity are sufficient for development.</a:t>
            </a:r>
            <a:endParaRPr lang="en-US" sz="8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51522" y="1318840"/>
            <a:ext cx="266477" cy="266477"/>
          </a:xfrm>
          <a:prstGeom prst="rect">
            <a:avLst/>
          </a:prstGeom>
        </p:spPr>
      </p:pic>
      <p:sp>
        <p:nvSpPr>
          <p:cNvPr id="8" name="Text 4"/>
          <p:cNvSpPr/>
          <p:nvPr/>
        </p:nvSpPr>
        <p:spPr>
          <a:xfrm>
            <a:off x="3251522" y="1699766"/>
            <a:ext cx="2640955" cy="166539"/>
          </a:xfrm>
          <a:prstGeom prst="rect">
            <a:avLst/>
          </a:prstGeom>
          <a:noFill/>
        </p:spPr>
        <p:txBody>
          <a:bodyPr wrap="none" lIns="0" tIns="0" rIns="0" bIns="0" rtlCol="0" anchor="t"/>
          <a:lstStyle/>
          <a:p>
            <a:pPr marL="0" indent="0" algn="l">
              <a:lnSpc>
                <a:spcPct val="104000"/>
              </a:lnSpc>
              <a:buNone/>
            </a:pPr>
            <a:r>
              <a:rPr lang="en-US" sz="1000" dirty="0">
                <a:solidFill>
                  <a:srgbClr val="405449"/>
                </a:solidFill>
                <a:latin typeface="Fraunces ExtraBold" pitchFamily="34" charset="0"/>
                <a:ea typeface="Fraunces ExtraBold" pitchFamily="34" charset="-122"/>
                <a:cs typeface="Fraunces ExtraBold" pitchFamily="34" charset="-120"/>
              </a:rPr>
              <a:t>Frontend</a:t>
            </a:r>
            <a:endParaRPr lang="en-US" sz="1000" dirty="0"/>
          </a:p>
        </p:txBody>
      </p:sp>
      <p:sp>
        <p:nvSpPr>
          <p:cNvPr id="9" name="Text 5"/>
          <p:cNvSpPr/>
          <p:nvPr/>
        </p:nvSpPr>
        <p:spPr>
          <a:xfrm>
            <a:off x="3251522" y="1921222"/>
            <a:ext cx="2640955" cy="317153"/>
          </a:xfrm>
          <a:prstGeom prst="rect">
            <a:avLst/>
          </a:prstGeom>
          <a:noFill/>
        </p:spPr>
        <p:txBody>
          <a:bodyPr wrap="square" lIns="0" tIns="0" rIns="0" bIns="0" rtlCol="0" anchor="t">
            <a:normAutofit/>
          </a:bodyPr>
          <a:lstStyle/>
          <a:p>
            <a:pPr marL="0" indent="0" algn="l">
              <a:lnSpc>
                <a:spcPct val="124000"/>
              </a:lnSpc>
              <a:buNone/>
            </a:pPr>
            <a:r>
              <a:rPr lang="en-US" sz="800" dirty="0">
                <a:solidFill>
                  <a:srgbClr val="405449"/>
                </a:solidFill>
                <a:latin typeface="Nobile" panose="02000503050000020004" pitchFamily="34" charset="0"/>
                <a:ea typeface="Nobile" panose="02000503050000020004" pitchFamily="34" charset="-122"/>
                <a:cs typeface="Nobile" panose="02000503050000020004" pitchFamily="34" charset="-120"/>
              </a:rPr>
              <a:t>User interfaces will be built using </a:t>
            </a:r>
            <a:r>
              <a:rPr lang="en-US" sz="800" b="1" dirty="0">
                <a:solidFill>
                  <a:srgbClr val="405449"/>
                </a:solidFill>
                <a:latin typeface="Nobile Bold" panose="02000503050000020004" pitchFamily="34" charset="0"/>
                <a:ea typeface="Nobile Bold" panose="02000503050000020004" pitchFamily="34" charset="-122"/>
                <a:cs typeface="Nobile Bold" panose="02000503050000020004" pitchFamily="34" charset="-120"/>
              </a:rPr>
              <a:t>React.js</a:t>
            </a:r>
            <a:r>
              <a:rPr lang="en-US" sz="800" dirty="0">
                <a:solidFill>
                  <a:srgbClr val="405449"/>
                </a:solidFill>
                <a:latin typeface="Nobile" panose="02000503050000020004" pitchFamily="34" charset="0"/>
                <a:ea typeface="Nobile" panose="02000503050000020004" pitchFamily="34" charset="-122"/>
                <a:cs typeface="Nobile" panose="02000503050000020004" pitchFamily="34" charset="-120"/>
              </a:rPr>
              <a:t> for a dynamic and responsive user experience.</a:t>
            </a:r>
            <a:endParaRPr lang="en-US" sz="8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06926" y="1318840"/>
            <a:ext cx="266477" cy="266477"/>
          </a:xfrm>
          <a:prstGeom prst="rect">
            <a:avLst/>
          </a:prstGeom>
        </p:spPr>
      </p:pic>
      <p:sp>
        <p:nvSpPr>
          <p:cNvPr id="11" name="Text 6"/>
          <p:cNvSpPr/>
          <p:nvPr/>
        </p:nvSpPr>
        <p:spPr>
          <a:xfrm>
            <a:off x="6006926" y="1699766"/>
            <a:ext cx="2640955" cy="166539"/>
          </a:xfrm>
          <a:prstGeom prst="rect">
            <a:avLst/>
          </a:prstGeom>
          <a:noFill/>
        </p:spPr>
        <p:txBody>
          <a:bodyPr wrap="none" lIns="0" tIns="0" rIns="0" bIns="0" rtlCol="0" anchor="t"/>
          <a:lstStyle/>
          <a:p>
            <a:pPr marL="0" indent="0" algn="l">
              <a:lnSpc>
                <a:spcPct val="104000"/>
              </a:lnSpc>
              <a:buNone/>
            </a:pPr>
            <a:r>
              <a:rPr lang="en-US" sz="1000" dirty="0">
                <a:solidFill>
                  <a:srgbClr val="405449"/>
                </a:solidFill>
                <a:latin typeface="Fraunces ExtraBold" pitchFamily="34" charset="0"/>
                <a:ea typeface="Fraunces ExtraBold" pitchFamily="34" charset="-122"/>
                <a:cs typeface="Fraunces ExtraBold" pitchFamily="34" charset="-120"/>
              </a:rPr>
              <a:t>Backend</a:t>
            </a:r>
            <a:endParaRPr lang="en-US" sz="1000" dirty="0"/>
          </a:p>
        </p:txBody>
      </p:sp>
      <p:sp>
        <p:nvSpPr>
          <p:cNvPr id="12" name="Text 7"/>
          <p:cNvSpPr/>
          <p:nvPr/>
        </p:nvSpPr>
        <p:spPr>
          <a:xfrm>
            <a:off x="6006926" y="1921222"/>
            <a:ext cx="2640955" cy="317153"/>
          </a:xfrm>
          <a:prstGeom prst="rect">
            <a:avLst/>
          </a:prstGeom>
          <a:noFill/>
        </p:spPr>
        <p:txBody>
          <a:bodyPr wrap="square" lIns="0" tIns="0" rIns="0" bIns="0" rtlCol="0" anchor="t">
            <a:normAutofit/>
          </a:bodyPr>
          <a:lstStyle/>
          <a:p>
            <a:pPr marL="0" indent="0" algn="l">
              <a:lnSpc>
                <a:spcPct val="124000"/>
              </a:lnSpc>
              <a:buNone/>
            </a:pPr>
            <a:r>
              <a:rPr lang="en-US" sz="800" dirty="0">
                <a:solidFill>
                  <a:srgbClr val="405449"/>
                </a:solidFill>
                <a:latin typeface="Nobile" panose="02000503050000020004" pitchFamily="34" charset="0"/>
                <a:ea typeface="Nobile" panose="02000503050000020004" pitchFamily="34" charset="-122"/>
                <a:cs typeface="Nobile" panose="02000503050000020004" pitchFamily="34" charset="-120"/>
              </a:rPr>
              <a:t>The robust backend services will be developed with </a:t>
            </a:r>
            <a:r>
              <a:rPr lang="en-US" sz="800" b="1" dirty="0">
                <a:solidFill>
                  <a:srgbClr val="405449"/>
                </a:solidFill>
                <a:latin typeface="Nobile Bold" panose="02000503050000020004" pitchFamily="34" charset="0"/>
                <a:ea typeface="Nobile Bold" panose="02000503050000020004" pitchFamily="34" charset="-122"/>
                <a:cs typeface="Nobile Bold" panose="02000503050000020004" pitchFamily="34" charset="-120"/>
              </a:rPr>
              <a:t>Spring Boot</a:t>
            </a:r>
            <a:r>
              <a:rPr lang="en-US" sz="800" dirty="0">
                <a:solidFill>
                  <a:srgbClr val="405449"/>
                </a:solidFill>
                <a:latin typeface="Nobile" panose="02000503050000020004" pitchFamily="34" charset="0"/>
                <a:ea typeface="Nobile" panose="02000503050000020004" pitchFamily="34" charset="-122"/>
                <a:cs typeface="Nobile" panose="02000503050000020004" pitchFamily="34" charset="-120"/>
              </a:rPr>
              <a:t>, ensuring stability and scalability.</a:t>
            </a:r>
            <a:endParaRPr lang="en-US" sz="8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6119" y="2421582"/>
            <a:ext cx="266477" cy="266477"/>
          </a:xfrm>
          <a:prstGeom prst="rect">
            <a:avLst/>
          </a:prstGeom>
        </p:spPr>
      </p:pic>
      <p:sp>
        <p:nvSpPr>
          <p:cNvPr id="14" name="Text 8"/>
          <p:cNvSpPr/>
          <p:nvPr/>
        </p:nvSpPr>
        <p:spPr>
          <a:xfrm>
            <a:off x="496119" y="2802508"/>
            <a:ext cx="2640955" cy="166539"/>
          </a:xfrm>
          <a:prstGeom prst="rect">
            <a:avLst/>
          </a:prstGeom>
          <a:noFill/>
        </p:spPr>
        <p:txBody>
          <a:bodyPr wrap="none" lIns="0" tIns="0" rIns="0" bIns="0" rtlCol="0" anchor="t"/>
          <a:lstStyle/>
          <a:p>
            <a:pPr marL="0" indent="0" algn="l">
              <a:lnSpc>
                <a:spcPct val="104000"/>
              </a:lnSpc>
              <a:buNone/>
            </a:pPr>
            <a:r>
              <a:rPr lang="en-US" sz="1000" dirty="0">
                <a:solidFill>
                  <a:srgbClr val="405449"/>
                </a:solidFill>
                <a:latin typeface="Fraunces ExtraBold" pitchFamily="34" charset="0"/>
                <a:ea typeface="Fraunces ExtraBold" pitchFamily="34" charset="-122"/>
                <a:cs typeface="Fraunces ExtraBold" pitchFamily="34" charset="-120"/>
              </a:rPr>
              <a:t>Data Storage</a:t>
            </a:r>
            <a:endParaRPr lang="en-US" sz="1000" dirty="0"/>
          </a:p>
        </p:txBody>
      </p:sp>
      <p:sp>
        <p:nvSpPr>
          <p:cNvPr id="15" name="Text 9"/>
          <p:cNvSpPr/>
          <p:nvPr/>
        </p:nvSpPr>
        <p:spPr>
          <a:xfrm>
            <a:off x="496119" y="3023964"/>
            <a:ext cx="2640955" cy="317153"/>
          </a:xfrm>
          <a:prstGeom prst="rect">
            <a:avLst/>
          </a:prstGeom>
          <a:noFill/>
        </p:spPr>
        <p:txBody>
          <a:bodyPr wrap="square" lIns="0" tIns="0" rIns="0" bIns="0" rtlCol="0" anchor="t">
            <a:normAutofit/>
          </a:bodyPr>
          <a:lstStyle/>
          <a:p>
            <a:pPr marL="0" indent="0" algn="l">
              <a:lnSpc>
                <a:spcPct val="124000"/>
              </a:lnSpc>
              <a:buNone/>
            </a:pPr>
            <a:r>
              <a:rPr lang="en-US" sz="800" b="1" dirty="0">
                <a:solidFill>
                  <a:srgbClr val="405449"/>
                </a:solidFill>
                <a:latin typeface="Nobile Bold" panose="02000503050000020004" pitchFamily="34" charset="0"/>
                <a:ea typeface="Nobile Bold" panose="02000503050000020004" pitchFamily="34" charset="-122"/>
                <a:cs typeface="Nobile Bold" panose="02000503050000020004" pitchFamily="34" charset="-120"/>
              </a:rPr>
              <a:t>MySQL</a:t>
            </a:r>
            <a:r>
              <a:rPr lang="en-US" sz="800" dirty="0">
                <a:solidFill>
                  <a:srgbClr val="405449"/>
                </a:solidFill>
                <a:latin typeface="Nobile" panose="02000503050000020004" pitchFamily="34" charset="0"/>
                <a:ea typeface="Nobile" panose="02000503050000020004" pitchFamily="34" charset="-122"/>
                <a:cs typeface="Nobile" panose="02000503050000020004" pitchFamily="34" charset="-120"/>
              </a:rPr>
              <a:t> for relational data and </a:t>
            </a:r>
            <a:r>
              <a:rPr lang="en-US" sz="800" b="1" dirty="0">
                <a:solidFill>
                  <a:srgbClr val="405449"/>
                </a:solidFill>
                <a:latin typeface="Nobile Bold" panose="02000503050000020004" pitchFamily="34" charset="0"/>
                <a:ea typeface="Nobile Bold" panose="02000503050000020004" pitchFamily="34" charset="-122"/>
                <a:cs typeface="Nobile Bold" panose="02000503050000020004" pitchFamily="34" charset="-120"/>
              </a:rPr>
              <a:t>MongoDB</a:t>
            </a:r>
            <a:r>
              <a:rPr lang="en-US" sz="800" dirty="0">
                <a:solidFill>
                  <a:srgbClr val="405449"/>
                </a:solidFill>
                <a:latin typeface="Nobile" panose="02000503050000020004" pitchFamily="34" charset="0"/>
                <a:ea typeface="Nobile" panose="02000503050000020004" pitchFamily="34" charset="-122"/>
                <a:cs typeface="Nobile" panose="02000503050000020004" pitchFamily="34" charset="-120"/>
              </a:rPr>
              <a:t> for flexible NoSQL document storage.</a:t>
            </a:r>
            <a:endParaRPr lang="en-US" sz="80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251522" y="2421582"/>
            <a:ext cx="266477" cy="266477"/>
          </a:xfrm>
          <a:prstGeom prst="rect">
            <a:avLst/>
          </a:prstGeom>
        </p:spPr>
      </p:pic>
      <p:sp>
        <p:nvSpPr>
          <p:cNvPr id="17" name="Text 10"/>
          <p:cNvSpPr/>
          <p:nvPr/>
        </p:nvSpPr>
        <p:spPr>
          <a:xfrm>
            <a:off x="3251522" y="2802508"/>
            <a:ext cx="2640955" cy="166539"/>
          </a:xfrm>
          <a:prstGeom prst="rect">
            <a:avLst/>
          </a:prstGeom>
          <a:noFill/>
        </p:spPr>
        <p:txBody>
          <a:bodyPr wrap="none" lIns="0" tIns="0" rIns="0" bIns="0" rtlCol="0" anchor="t"/>
          <a:lstStyle/>
          <a:p>
            <a:pPr marL="0" indent="0" algn="l">
              <a:lnSpc>
                <a:spcPct val="104000"/>
              </a:lnSpc>
              <a:buNone/>
            </a:pPr>
            <a:r>
              <a:rPr lang="en-US" sz="1000" dirty="0">
                <a:solidFill>
                  <a:srgbClr val="405449"/>
                </a:solidFill>
                <a:latin typeface="Fraunces ExtraBold" pitchFamily="34" charset="0"/>
                <a:ea typeface="Fraunces ExtraBold" pitchFamily="34" charset="-122"/>
                <a:cs typeface="Fraunces ExtraBold" pitchFamily="34" charset="-120"/>
              </a:rPr>
              <a:t>Security &amp; APIs</a:t>
            </a:r>
            <a:endParaRPr lang="en-US" sz="1000" dirty="0"/>
          </a:p>
        </p:txBody>
      </p:sp>
      <p:sp>
        <p:nvSpPr>
          <p:cNvPr id="18" name="Text 11"/>
          <p:cNvSpPr/>
          <p:nvPr/>
        </p:nvSpPr>
        <p:spPr>
          <a:xfrm>
            <a:off x="3251522" y="3023964"/>
            <a:ext cx="2640955" cy="317153"/>
          </a:xfrm>
          <a:prstGeom prst="rect">
            <a:avLst/>
          </a:prstGeom>
          <a:noFill/>
        </p:spPr>
        <p:txBody>
          <a:bodyPr wrap="square" lIns="0" tIns="0" rIns="0" bIns="0" rtlCol="0" anchor="t">
            <a:normAutofit/>
          </a:bodyPr>
          <a:lstStyle/>
          <a:p>
            <a:pPr marL="0" indent="0" algn="l">
              <a:lnSpc>
                <a:spcPct val="124000"/>
              </a:lnSpc>
              <a:buNone/>
            </a:pPr>
            <a:r>
              <a:rPr lang="en-US" sz="800" b="1" dirty="0">
                <a:solidFill>
                  <a:srgbClr val="405449"/>
                </a:solidFill>
                <a:latin typeface="Nobile Bold" panose="02000503050000020004" pitchFamily="34" charset="0"/>
                <a:ea typeface="Nobile Bold" panose="02000503050000020004" pitchFamily="34" charset="-122"/>
                <a:cs typeface="Nobile Bold" panose="02000503050000020004" pitchFamily="34" charset="-120"/>
              </a:rPr>
              <a:t>JWT-based authentication</a:t>
            </a:r>
            <a:r>
              <a:rPr lang="en-US" sz="800" dirty="0">
                <a:solidFill>
                  <a:srgbClr val="405449"/>
                </a:solidFill>
                <a:latin typeface="Nobile" panose="02000503050000020004" pitchFamily="34" charset="0"/>
                <a:ea typeface="Nobile" panose="02000503050000020004" pitchFamily="34" charset="-122"/>
                <a:cs typeface="Nobile" panose="02000503050000020004" pitchFamily="34" charset="-120"/>
              </a:rPr>
              <a:t> for secure user access; </a:t>
            </a:r>
            <a:r>
              <a:rPr lang="en-US" sz="800" b="1" dirty="0">
                <a:solidFill>
                  <a:srgbClr val="405449"/>
                </a:solidFill>
                <a:latin typeface="Nobile Bold" panose="02000503050000020004" pitchFamily="34" charset="0"/>
                <a:ea typeface="Nobile Bold" panose="02000503050000020004" pitchFamily="34" charset="-122"/>
                <a:cs typeface="Nobile Bold" panose="02000503050000020004" pitchFamily="34" charset="-120"/>
              </a:rPr>
              <a:t>Postman</a:t>
            </a:r>
            <a:r>
              <a:rPr lang="en-US" sz="800" dirty="0">
                <a:solidFill>
                  <a:srgbClr val="405449"/>
                </a:solidFill>
                <a:latin typeface="Nobile" panose="02000503050000020004" pitchFamily="34" charset="0"/>
                <a:ea typeface="Nobile" panose="02000503050000020004" pitchFamily="34" charset="-122"/>
                <a:cs typeface="Nobile" panose="02000503050000020004" pitchFamily="34" charset="-120"/>
              </a:rPr>
              <a:t> and </a:t>
            </a:r>
            <a:r>
              <a:rPr lang="en-US" sz="800" b="1" dirty="0">
                <a:solidFill>
                  <a:srgbClr val="405449"/>
                </a:solidFill>
                <a:latin typeface="Nobile Bold" panose="02000503050000020004" pitchFamily="34" charset="0"/>
                <a:ea typeface="Nobile Bold" panose="02000503050000020004" pitchFamily="34" charset="-122"/>
                <a:cs typeface="Nobile Bold" panose="02000503050000020004" pitchFamily="34" charset="-120"/>
              </a:rPr>
              <a:t>Swagger</a:t>
            </a:r>
            <a:r>
              <a:rPr lang="en-US" sz="800" dirty="0">
                <a:solidFill>
                  <a:srgbClr val="405449"/>
                </a:solidFill>
                <a:latin typeface="Nobile" panose="02000503050000020004" pitchFamily="34" charset="0"/>
                <a:ea typeface="Nobile" panose="02000503050000020004" pitchFamily="34" charset="-122"/>
                <a:cs typeface="Nobile" panose="02000503050000020004" pitchFamily="34" charset="-120"/>
              </a:rPr>
              <a:t> for API testing.</a:t>
            </a:r>
            <a:endParaRPr lang="en-US" sz="800" dirty="0"/>
          </a:p>
        </p:txBody>
      </p:sp>
      <p:pic>
        <p:nvPicPr>
          <p:cNvPr id="1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006926" y="2421582"/>
            <a:ext cx="266477" cy="266477"/>
          </a:xfrm>
          <a:prstGeom prst="rect">
            <a:avLst/>
          </a:prstGeom>
        </p:spPr>
      </p:pic>
      <p:sp>
        <p:nvSpPr>
          <p:cNvPr id="20" name="Text 12"/>
          <p:cNvSpPr/>
          <p:nvPr/>
        </p:nvSpPr>
        <p:spPr>
          <a:xfrm>
            <a:off x="6006926" y="2802508"/>
            <a:ext cx="2640955" cy="166539"/>
          </a:xfrm>
          <a:prstGeom prst="rect">
            <a:avLst/>
          </a:prstGeom>
          <a:noFill/>
        </p:spPr>
        <p:txBody>
          <a:bodyPr wrap="none" lIns="0" tIns="0" rIns="0" bIns="0" rtlCol="0" anchor="t"/>
          <a:lstStyle/>
          <a:p>
            <a:pPr marL="0" indent="0" algn="l">
              <a:lnSpc>
                <a:spcPct val="104000"/>
              </a:lnSpc>
              <a:buNone/>
            </a:pPr>
            <a:r>
              <a:rPr lang="en-US" sz="1000" dirty="0">
                <a:solidFill>
                  <a:srgbClr val="405449"/>
                </a:solidFill>
                <a:latin typeface="Fraunces ExtraBold" pitchFamily="34" charset="0"/>
                <a:ea typeface="Fraunces ExtraBold" pitchFamily="34" charset="-122"/>
                <a:cs typeface="Fraunces ExtraBold" pitchFamily="34" charset="-120"/>
              </a:rPr>
              <a:t>Version Control &amp; Deployment</a:t>
            </a:r>
            <a:endParaRPr lang="en-US" sz="1000" dirty="0"/>
          </a:p>
        </p:txBody>
      </p:sp>
      <p:sp>
        <p:nvSpPr>
          <p:cNvPr id="21" name="Text 13"/>
          <p:cNvSpPr/>
          <p:nvPr/>
        </p:nvSpPr>
        <p:spPr>
          <a:xfrm>
            <a:off x="6006926" y="3023964"/>
            <a:ext cx="2640955" cy="475729"/>
          </a:xfrm>
          <a:prstGeom prst="rect">
            <a:avLst/>
          </a:prstGeom>
          <a:noFill/>
        </p:spPr>
        <p:txBody>
          <a:bodyPr wrap="square" lIns="0" tIns="0" rIns="0" bIns="0" rtlCol="0" anchor="t">
            <a:normAutofit/>
          </a:bodyPr>
          <a:lstStyle/>
          <a:p>
            <a:pPr marL="0" indent="0" algn="l">
              <a:lnSpc>
                <a:spcPct val="124000"/>
              </a:lnSpc>
              <a:buNone/>
            </a:pPr>
            <a:r>
              <a:rPr lang="en-US" sz="800" b="1" dirty="0">
                <a:solidFill>
                  <a:srgbClr val="405449"/>
                </a:solidFill>
                <a:latin typeface="Nobile Bold" panose="02000503050000020004" pitchFamily="34" charset="0"/>
                <a:ea typeface="Nobile Bold" panose="02000503050000020004" pitchFamily="34" charset="-122"/>
                <a:cs typeface="Nobile Bold" panose="02000503050000020004" pitchFamily="34" charset="-120"/>
              </a:rPr>
              <a:t>Git</a:t>
            </a:r>
            <a:r>
              <a:rPr lang="en-US" sz="800" dirty="0">
                <a:solidFill>
                  <a:srgbClr val="405449"/>
                </a:solidFill>
                <a:latin typeface="Nobile" panose="02000503050000020004" pitchFamily="34" charset="0"/>
                <a:ea typeface="Nobile" panose="02000503050000020004" pitchFamily="34" charset="-122"/>
                <a:cs typeface="Nobile" panose="02000503050000020004" pitchFamily="34" charset="-120"/>
              </a:rPr>
              <a:t> and </a:t>
            </a:r>
            <a:r>
              <a:rPr lang="en-US" sz="800" b="1" dirty="0">
                <a:solidFill>
                  <a:srgbClr val="405449"/>
                </a:solidFill>
                <a:latin typeface="Nobile Bold" panose="02000503050000020004" pitchFamily="34" charset="0"/>
                <a:ea typeface="Nobile Bold" panose="02000503050000020004" pitchFamily="34" charset="-122"/>
                <a:cs typeface="Nobile Bold" panose="02000503050000020004" pitchFamily="34" charset="-120"/>
              </a:rPr>
              <a:t>GitHub</a:t>
            </a:r>
            <a:r>
              <a:rPr lang="en-US" sz="800" dirty="0">
                <a:solidFill>
                  <a:srgbClr val="405449"/>
                </a:solidFill>
                <a:latin typeface="Nobile" panose="02000503050000020004" pitchFamily="34" charset="0"/>
                <a:ea typeface="Nobile" panose="02000503050000020004" pitchFamily="34" charset="-122"/>
                <a:cs typeface="Nobile" panose="02000503050000020004" pitchFamily="34" charset="-120"/>
              </a:rPr>
              <a:t> for collaborative development, with </a:t>
            </a:r>
            <a:r>
              <a:rPr lang="en-US" sz="800" b="1" dirty="0">
                <a:solidFill>
                  <a:srgbClr val="405449"/>
                </a:solidFill>
                <a:latin typeface="Nobile Bold" panose="02000503050000020004" pitchFamily="34" charset="0"/>
                <a:ea typeface="Nobile Bold" panose="02000503050000020004" pitchFamily="34" charset="-122"/>
                <a:cs typeface="Nobile Bold" panose="02000503050000020004" pitchFamily="34" charset="-120"/>
              </a:rPr>
              <a:t>Docker</a:t>
            </a:r>
            <a:r>
              <a:rPr lang="en-US" sz="800" dirty="0">
                <a:solidFill>
                  <a:srgbClr val="405449"/>
                </a:solidFill>
                <a:latin typeface="Nobile" panose="02000503050000020004" pitchFamily="34" charset="0"/>
                <a:ea typeface="Nobile" panose="02000503050000020004" pitchFamily="34" charset="-122"/>
                <a:cs typeface="Nobile" panose="02000503050000020004" pitchFamily="34" charset="-120"/>
              </a:rPr>
              <a:t> considered for containerized deployment.</a:t>
            </a:r>
            <a:endParaRPr lang="en-US" sz="800" dirty="0"/>
          </a:p>
        </p:txBody>
      </p:sp>
      <p:pic>
        <p:nvPicPr>
          <p:cNvPr id="22"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96119" y="3682901"/>
            <a:ext cx="266477" cy="266477"/>
          </a:xfrm>
          <a:prstGeom prst="rect">
            <a:avLst/>
          </a:prstGeom>
        </p:spPr>
      </p:pic>
      <p:sp>
        <p:nvSpPr>
          <p:cNvPr id="23" name="Text 14"/>
          <p:cNvSpPr/>
          <p:nvPr/>
        </p:nvSpPr>
        <p:spPr>
          <a:xfrm>
            <a:off x="496119" y="4063826"/>
            <a:ext cx="2640955" cy="166539"/>
          </a:xfrm>
          <a:prstGeom prst="rect">
            <a:avLst/>
          </a:prstGeom>
          <a:noFill/>
        </p:spPr>
        <p:txBody>
          <a:bodyPr wrap="none" lIns="0" tIns="0" rIns="0" bIns="0" rtlCol="0" anchor="t"/>
          <a:lstStyle/>
          <a:p>
            <a:pPr marL="0" indent="0" algn="l">
              <a:lnSpc>
                <a:spcPct val="104000"/>
              </a:lnSpc>
              <a:buNone/>
            </a:pPr>
            <a:r>
              <a:rPr lang="en-US" sz="1000" dirty="0">
                <a:solidFill>
                  <a:srgbClr val="405449"/>
                </a:solidFill>
                <a:latin typeface="Fraunces ExtraBold" pitchFamily="34" charset="0"/>
                <a:ea typeface="Fraunces ExtraBold" pitchFamily="34" charset="-122"/>
                <a:cs typeface="Fraunces ExtraBold" pitchFamily="34" charset="-120"/>
              </a:rPr>
              <a:t>Data Strategy</a:t>
            </a:r>
            <a:endParaRPr lang="en-US" sz="1000" dirty="0"/>
          </a:p>
        </p:txBody>
      </p:sp>
      <p:sp>
        <p:nvSpPr>
          <p:cNvPr id="24" name="Text 15"/>
          <p:cNvSpPr/>
          <p:nvPr/>
        </p:nvSpPr>
        <p:spPr>
          <a:xfrm>
            <a:off x="496119" y="4285283"/>
            <a:ext cx="2640955" cy="475729"/>
          </a:xfrm>
          <a:prstGeom prst="rect">
            <a:avLst/>
          </a:prstGeom>
          <a:noFill/>
        </p:spPr>
        <p:txBody>
          <a:bodyPr wrap="square" lIns="0" tIns="0" rIns="0" bIns="0" rtlCol="0" anchor="t">
            <a:normAutofit/>
          </a:bodyPr>
          <a:lstStyle/>
          <a:p>
            <a:pPr marL="0" indent="0" algn="l">
              <a:lnSpc>
                <a:spcPct val="124000"/>
              </a:lnSpc>
              <a:buNone/>
            </a:pPr>
            <a:r>
              <a:rPr lang="en-US" sz="800" dirty="0">
                <a:solidFill>
                  <a:srgbClr val="405449"/>
                </a:solidFill>
                <a:latin typeface="Nobile" panose="02000503050000020004" pitchFamily="34" charset="0"/>
                <a:ea typeface="Nobile" panose="02000503050000020004" pitchFamily="34" charset="-122"/>
                <a:cs typeface="Nobile" panose="02000503050000020004" pitchFamily="34" charset="-120"/>
              </a:rPr>
              <a:t>Initially, sample patient records for testing, with future plans for AI model analysis on collected data.</a:t>
            </a:r>
            <a:endParaRPr lang="en-US" sz="800" dirty="0"/>
          </a:p>
        </p:txBody>
      </p:sp>
      <p:pic>
        <p:nvPicPr>
          <p:cNvPr id="25" name="Image 0" descr="preencoded.png"/>
          <p:cNvPicPr>
            <a:picLocks noChangeAspect="1"/>
          </p:cNvPicPr>
          <p:nvPr/>
        </p:nvPicPr>
        <p:blipFill>
          <a:blip r:embed="rId10"/>
          <a:stretch>
            <a:fillRect/>
          </a:stretch>
        </p:blipFill>
        <p:spPr>
          <a:xfrm>
            <a:off x="7172960" y="0"/>
            <a:ext cx="1971040" cy="935355"/>
          </a:xfrm>
          <a:prstGeom prst="rect">
            <a:avLst/>
          </a:prstGeom>
        </p:spPr>
      </p:pic>
      <mc:AlternateContent xmlns:mc="http://schemas.openxmlformats.org/markup-compatibility/2006" xmlns:p14="http://schemas.microsoft.com/office/powerpoint/2010/main">
        <mc:Choice Requires="p14">
          <p:contentPart p14:bwMode="auto" r:id="rId11">
            <p14:nvContentPartPr>
              <p14:cNvPr id="27" name="Ink 26">
                <a:extLst>
                  <a:ext uri="{FF2B5EF4-FFF2-40B4-BE49-F238E27FC236}">
                    <a16:creationId xmlns:a16="http://schemas.microsoft.com/office/drawing/2014/main" id="{F4B50A68-FBE2-565F-001D-0B1DFA58A42C}"/>
                  </a:ext>
                </a:extLst>
              </p14:cNvPr>
              <p14:cNvContentPartPr/>
              <p14:nvPr/>
            </p14:nvContentPartPr>
            <p14:xfrm rot="925466">
              <a:off x="8143364" y="4922688"/>
              <a:ext cx="55002" cy="52326"/>
            </p14:xfrm>
          </p:contentPart>
        </mc:Choice>
        <mc:Fallback xmlns="">
          <p:pic>
            <p:nvPicPr>
              <p:cNvPr id="27" name="Ink 26">
                <a:extLst>
                  <a:ext uri="{FF2B5EF4-FFF2-40B4-BE49-F238E27FC236}">
                    <a16:creationId xmlns:a16="http://schemas.microsoft.com/office/drawing/2014/main" id="{F4B50A68-FBE2-565F-001D-0B1DFA58A42C}"/>
                  </a:ext>
                </a:extLst>
              </p:cNvPr>
              <p:cNvPicPr/>
              <p:nvPr/>
            </p:nvPicPr>
            <p:blipFill>
              <a:blip r:embed="rId12"/>
              <a:stretch>
                <a:fillRect/>
              </a:stretch>
            </p:blipFill>
            <p:spPr>
              <a:xfrm rot="925466">
                <a:off x="8080453" y="4859968"/>
                <a:ext cx="180464" cy="177407"/>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9" name="Ink 28">
                <a:extLst>
                  <a:ext uri="{FF2B5EF4-FFF2-40B4-BE49-F238E27FC236}">
                    <a16:creationId xmlns:a16="http://schemas.microsoft.com/office/drawing/2014/main" id="{91447523-9022-74CF-91EC-66C6F1F729C1}"/>
                  </a:ext>
                </a:extLst>
              </p14:cNvPr>
              <p14:cNvContentPartPr/>
              <p14:nvPr/>
            </p14:nvContentPartPr>
            <p14:xfrm>
              <a:off x="8152145" y="4972791"/>
              <a:ext cx="823320" cy="7200"/>
            </p14:xfrm>
          </p:contentPart>
        </mc:Choice>
        <mc:Fallback xmlns="">
          <p:pic>
            <p:nvPicPr>
              <p:cNvPr id="29" name="Ink 28">
                <a:extLst>
                  <a:ext uri="{FF2B5EF4-FFF2-40B4-BE49-F238E27FC236}">
                    <a16:creationId xmlns:a16="http://schemas.microsoft.com/office/drawing/2014/main" id="{91447523-9022-74CF-91EC-66C6F1F729C1}"/>
                  </a:ext>
                </a:extLst>
              </p:cNvPr>
              <p:cNvPicPr/>
              <p:nvPr/>
            </p:nvPicPr>
            <p:blipFill>
              <a:blip r:embed="rId14"/>
              <a:stretch>
                <a:fillRect/>
              </a:stretch>
            </p:blipFill>
            <p:spPr>
              <a:xfrm>
                <a:off x="8089505" y="4910151"/>
                <a:ext cx="94896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0" name="Ink 29">
                <a:extLst>
                  <a:ext uri="{FF2B5EF4-FFF2-40B4-BE49-F238E27FC236}">
                    <a16:creationId xmlns:a16="http://schemas.microsoft.com/office/drawing/2014/main" id="{3B0BB61E-702A-10AC-53E4-145F984CC397}"/>
                  </a:ext>
                </a:extLst>
              </p14:cNvPr>
              <p14:cNvContentPartPr/>
              <p14:nvPr/>
            </p14:nvContentPartPr>
            <p14:xfrm>
              <a:off x="8046665" y="4816911"/>
              <a:ext cx="975960" cy="225360"/>
            </p14:xfrm>
          </p:contentPart>
        </mc:Choice>
        <mc:Fallback xmlns="">
          <p:pic>
            <p:nvPicPr>
              <p:cNvPr id="30" name="Ink 29">
                <a:extLst>
                  <a:ext uri="{FF2B5EF4-FFF2-40B4-BE49-F238E27FC236}">
                    <a16:creationId xmlns:a16="http://schemas.microsoft.com/office/drawing/2014/main" id="{3B0BB61E-702A-10AC-53E4-145F984CC397}"/>
                  </a:ext>
                </a:extLst>
              </p:cNvPr>
              <p:cNvPicPr/>
              <p:nvPr/>
            </p:nvPicPr>
            <p:blipFill>
              <a:blip r:embed="rId16"/>
              <a:stretch>
                <a:fillRect/>
              </a:stretch>
            </p:blipFill>
            <p:spPr>
              <a:xfrm>
                <a:off x="7983665" y="4754271"/>
                <a:ext cx="1101600" cy="35100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7075170" cy="969010"/>
          </a:xfrm>
          <a:prstGeom prst="rect">
            <a:avLst/>
          </a:prstGeom>
        </p:spPr>
      </p:pic>
      <p:sp>
        <p:nvSpPr>
          <p:cNvPr id="3" name="Text 0"/>
          <p:cNvSpPr/>
          <p:nvPr/>
        </p:nvSpPr>
        <p:spPr>
          <a:xfrm>
            <a:off x="496119" y="1357759"/>
            <a:ext cx="8151763" cy="242292"/>
          </a:xfrm>
          <a:prstGeom prst="rect">
            <a:avLst/>
          </a:prstGeom>
          <a:noFill/>
        </p:spPr>
        <p:txBody>
          <a:bodyPr wrap="none" lIns="0" tIns="0" rIns="0" bIns="0" rtlCol="0" anchor="t"/>
          <a:lstStyle/>
          <a:p>
            <a:pPr marL="0" indent="0" algn="l">
              <a:lnSpc>
                <a:spcPct val="104000"/>
              </a:lnSpc>
              <a:buNone/>
            </a:pPr>
            <a:r>
              <a:rPr lang="en-US" sz="1500" dirty="0">
                <a:solidFill>
                  <a:srgbClr val="3B4540"/>
                </a:solidFill>
                <a:latin typeface="Fraunces ExtraBold" pitchFamily="34" charset="0"/>
                <a:ea typeface="Fraunces ExtraBold" pitchFamily="34" charset="-122"/>
                <a:cs typeface="Fraunces ExtraBold" pitchFamily="34" charset="-120"/>
              </a:rPr>
              <a:t>What Makes Our Project Unique?</a:t>
            </a:r>
            <a:endParaRPr lang="en-US" sz="1500" dirty="0"/>
          </a:p>
        </p:txBody>
      </p:sp>
      <p:sp>
        <p:nvSpPr>
          <p:cNvPr id="4" name="Text 1"/>
          <p:cNvSpPr/>
          <p:nvPr/>
        </p:nvSpPr>
        <p:spPr>
          <a:xfrm>
            <a:off x="496119" y="1672679"/>
            <a:ext cx="8608963" cy="100757"/>
          </a:xfrm>
          <a:prstGeom prst="rect">
            <a:avLst/>
          </a:prstGeom>
          <a:noFill/>
        </p:spPr>
        <p:txBody>
          <a:bodyPr wrap="none" lIns="0" tIns="0" rIns="0" bIns="0" rtlCol="0" anchor="t"/>
          <a:lstStyle/>
          <a:p>
            <a:pPr marL="0" indent="0" algn="l">
              <a:lnSpc>
                <a:spcPct val="108000"/>
              </a:lnSpc>
              <a:buNone/>
            </a:pPr>
            <a:r>
              <a:rPr lang="en-US" sz="600" dirty="0">
                <a:solidFill>
                  <a:srgbClr val="405449"/>
                </a:solidFill>
                <a:latin typeface="Nobile" panose="02000503050000020004" pitchFamily="34" charset="0"/>
                <a:ea typeface="Nobile" panose="02000503050000020004" pitchFamily="34" charset="-122"/>
                <a:cs typeface="Nobile" panose="02000503050000020004" pitchFamily="34" charset="-120"/>
              </a:rPr>
              <a:t>Our AI-Driven Healthcare Ecosystem is a comprehensive platform designed to revolutionise healthcare data exchange and analytics, moving beyond the limitations of traditional hospital management systems.</a:t>
            </a:r>
            <a:endParaRPr lang="en-US" sz="600" dirty="0"/>
          </a:p>
        </p:txBody>
      </p:sp>
      <p:sp>
        <p:nvSpPr>
          <p:cNvPr id="5" name="Shape 2"/>
          <p:cNvSpPr/>
          <p:nvPr/>
        </p:nvSpPr>
        <p:spPr>
          <a:xfrm>
            <a:off x="496119" y="1827907"/>
            <a:ext cx="8151763" cy="1216372"/>
          </a:xfrm>
          <a:prstGeom prst="roundRect">
            <a:avLst>
              <a:gd name="adj" fmla="val 5736"/>
            </a:avLst>
          </a:prstGeom>
          <a:noFill/>
          <a:ln w="4763">
            <a:solidFill>
              <a:srgbClr val="000000">
                <a:alpha val="8000"/>
              </a:srgbClr>
            </a:solidFill>
            <a:prstDash val="solid"/>
          </a:ln>
        </p:spPr>
      </p:sp>
      <p:sp>
        <p:nvSpPr>
          <p:cNvPr id="6" name="Shape 3"/>
          <p:cNvSpPr/>
          <p:nvPr/>
        </p:nvSpPr>
        <p:spPr>
          <a:xfrm>
            <a:off x="496119" y="2003375"/>
            <a:ext cx="8151763" cy="4846"/>
          </a:xfrm>
          <a:prstGeom prst="rect">
            <a:avLst/>
          </a:prstGeom>
          <a:solidFill>
            <a:srgbClr val="000000">
              <a:alpha val="8000"/>
            </a:srgbClr>
          </a:solidFill>
        </p:spPr>
      </p:sp>
      <p:sp>
        <p:nvSpPr>
          <p:cNvPr id="7" name="Shape 4"/>
          <p:cNvSpPr/>
          <p:nvPr/>
        </p:nvSpPr>
        <p:spPr>
          <a:xfrm>
            <a:off x="496119" y="2176463"/>
            <a:ext cx="8151763" cy="4846"/>
          </a:xfrm>
          <a:prstGeom prst="rect">
            <a:avLst/>
          </a:prstGeom>
          <a:solidFill>
            <a:srgbClr val="000000">
              <a:alpha val="8000"/>
            </a:srgbClr>
          </a:solidFill>
        </p:spPr>
      </p:sp>
      <p:sp>
        <p:nvSpPr>
          <p:cNvPr id="8" name="Shape 5"/>
          <p:cNvSpPr/>
          <p:nvPr/>
        </p:nvSpPr>
        <p:spPr>
          <a:xfrm>
            <a:off x="496119" y="2349550"/>
            <a:ext cx="8151763" cy="4846"/>
          </a:xfrm>
          <a:prstGeom prst="rect">
            <a:avLst/>
          </a:prstGeom>
          <a:solidFill>
            <a:srgbClr val="000000">
              <a:alpha val="8000"/>
            </a:srgbClr>
          </a:solidFill>
        </p:spPr>
      </p:sp>
      <p:sp>
        <p:nvSpPr>
          <p:cNvPr id="9" name="Shape 6"/>
          <p:cNvSpPr/>
          <p:nvPr/>
        </p:nvSpPr>
        <p:spPr>
          <a:xfrm>
            <a:off x="496119" y="2522637"/>
            <a:ext cx="8151763" cy="4846"/>
          </a:xfrm>
          <a:prstGeom prst="rect">
            <a:avLst/>
          </a:prstGeom>
          <a:solidFill>
            <a:srgbClr val="000000">
              <a:alpha val="8000"/>
            </a:srgbClr>
          </a:solidFill>
        </p:spPr>
      </p:sp>
      <p:sp>
        <p:nvSpPr>
          <p:cNvPr id="10" name="Shape 7"/>
          <p:cNvSpPr/>
          <p:nvPr/>
        </p:nvSpPr>
        <p:spPr>
          <a:xfrm>
            <a:off x="496119" y="2695724"/>
            <a:ext cx="8151763" cy="4846"/>
          </a:xfrm>
          <a:prstGeom prst="rect">
            <a:avLst/>
          </a:prstGeom>
          <a:solidFill>
            <a:srgbClr val="000000">
              <a:alpha val="8000"/>
            </a:srgbClr>
          </a:solidFill>
        </p:spPr>
      </p:sp>
      <p:sp>
        <p:nvSpPr>
          <p:cNvPr id="11" name="Shape 8"/>
          <p:cNvSpPr/>
          <p:nvPr/>
        </p:nvSpPr>
        <p:spPr>
          <a:xfrm>
            <a:off x="496119" y="2868811"/>
            <a:ext cx="8151763" cy="4846"/>
          </a:xfrm>
          <a:prstGeom prst="rect">
            <a:avLst/>
          </a:prstGeom>
          <a:solidFill>
            <a:srgbClr val="000000">
              <a:alpha val="8000"/>
            </a:srgbClr>
          </a:solidFill>
        </p:spPr>
      </p:sp>
      <p:sp>
        <p:nvSpPr>
          <p:cNvPr id="12" name="Shape 9"/>
          <p:cNvSpPr/>
          <p:nvPr/>
        </p:nvSpPr>
        <p:spPr>
          <a:xfrm>
            <a:off x="4572000" y="1827907"/>
            <a:ext cx="4846" cy="1216372"/>
          </a:xfrm>
          <a:prstGeom prst="rect">
            <a:avLst/>
          </a:prstGeom>
          <a:solidFill>
            <a:srgbClr val="000000">
              <a:alpha val="8000"/>
            </a:srgbClr>
          </a:solidFill>
        </p:spPr>
      </p:sp>
      <p:sp>
        <p:nvSpPr>
          <p:cNvPr id="13" name="Text 10"/>
          <p:cNvSpPr/>
          <p:nvPr/>
        </p:nvSpPr>
        <p:spPr>
          <a:xfrm>
            <a:off x="578346" y="1866454"/>
            <a:ext cx="4371008" cy="100757"/>
          </a:xfrm>
          <a:prstGeom prst="rect">
            <a:avLst/>
          </a:prstGeom>
          <a:noFill/>
        </p:spPr>
        <p:txBody>
          <a:bodyPr wrap="none" lIns="0" tIns="0" rIns="0" bIns="0" rtlCol="0" anchor="t"/>
          <a:lstStyle/>
          <a:p>
            <a:pPr marL="0" indent="0" algn="l">
              <a:lnSpc>
                <a:spcPct val="108000"/>
              </a:lnSpc>
              <a:buNone/>
            </a:pPr>
            <a:r>
              <a:rPr lang="en-US" sz="600" b="1" dirty="0">
                <a:solidFill>
                  <a:srgbClr val="405449"/>
                </a:solidFill>
                <a:latin typeface="Nobile Bold" panose="02000503050000020004" pitchFamily="34" charset="0"/>
                <a:ea typeface="Nobile Bold" panose="02000503050000020004" pitchFamily="34" charset="-122"/>
                <a:cs typeface="Nobile Bold" panose="02000503050000020004" pitchFamily="34" charset="-120"/>
              </a:rPr>
              <a:t>Existing Systems</a:t>
            </a:r>
            <a:endParaRPr lang="en-US" sz="600" dirty="0"/>
          </a:p>
        </p:txBody>
      </p:sp>
      <p:sp>
        <p:nvSpPr>
          <p:cNvPr id="14" name="Text 11"/>
          <p:cNvSpPr/>
          <p:nvPr/>
        </p:nvSpPr>
        <p:spPr>
          <a:xfrm>
            <a:off x="4651846" y="1866454"/>
            <a:ext cx="4371008" cy="100757"/>
          </a:xfrm>
          <a:prstGeom prst="rect">
            <a:avLst/>
          </a:prstGeom>
          <a:noFill/>
        </p:spPr>
        <p:txBody>
          <a:bodyPr wrap="none" lIns="0" tIns="0" rIns="0" bIns="0" rtlCol="0" anchor="t"/>
          <a:lstStyle/>
          <a:p>
            <a:pPr marL="0" indent="0" algn="l">
              <a:lnSpc>
                <a:spcPct val="108000"/>
              </a:lnSpc>
              <a:buNone/>
            </a:pPr>
            <a:r>
              <a:rPr lang="en-US" sz="600" b="1" dirty="0">
                <a:solidFill>
                  <a:srgbClr val="405449"/>
                </a:solidFill>
                <a:latin typeface="Nobile Bold" panose="02000503050000020004" pitchFamily="34" charset="0"/>
                <a:ea typeface="Nobile Bold" panose="02000503050000020004" pitchFamily="34" charset="-122"/>
                <a:cs typeface="Nobile Bold" panose="02000503050000020004" pitchFamily="34" charset="-120"/>
              </a:rPr>
              <a:t>Our Proposed System</a:t>
            </a:r>
            <a:endParaRPr lang="en-US" sz="600" dirty="0"/>
          </a:p>
        </p:txBody>
      </p:sp>
      <p:sp>
        <p:nvSpPr>
          <p:cNvPr id="15" name="Text 12"/>
          <p:cNvSpPr/>
          <p:nvPr/>
        </p:nvSpPr>
        <p:spPr>
          <a:xfrm>
            <a:off x="578346" y="2039541"/>
            <a:ext cx="4371008" cy="100757"/>
          </a:xfrm>
          <a:prstGeom prst="rect">
            <a:avLst/>
          </a:prstGeom>
          <a:noFill/>
        </p:spPr>
        <p:txBody>
          <a:bodyPr wrap="none" lIns="0" tIns="0" rIns="0" bIns="0" rtlCol="0" anchor="t"/>
          <a:lstStyle/>
          <a:p>
            <a:pPr marL="0" indent="0" algn="l">
              <a:lnSpc>
                <a:spcPct val="108000"/>
              </a:lnSpc>
              <a:buNone/>
            </a:pPr>
            <a:r>
              <a:rPr lang="en-US" sz="600" dirty="0">
                <a:solidFill>
                  <a:srgbClr val="405449"/>
                </a:solidFill>
                <a:latin typeface="Nobile" panose="02000503050000020004" pitchFamily="34" charset="0"/>
                <a:ea typeface="Nobile" panose="02000503050000020004" pitchFamily="34" charset="-122"/>
                <a:cs typeface="Nobile" panose="02000503050000020004" pitchFamily="34" charset="-120"/>
              </a:rPr>
              <a:t>Stores patient records only</a:t>
            </a:r>
            <a:endParaRPr lang="en-US" sz="600" dirty="0"/>
          </a:p>
        </p:txBody>
      </p:sp>
      <p:sp>
        <p:nvSpPr>
          <p:cNvPr id="16" name="Text 13"/>
          <p:cNvSpPr/>
          <p:nvPr/>
        </p:nvSpPr>
        <p:spPr>
          <a:xfrm>
            <a:off x="4651846" y="2039541"/>
            <a:ext cx="4371008" cy="100757"/>
          </a:xfrm>
          <a:prstGeom prst="rect">
            <a:avLst/>
          </a:prstGeom>
          <a:noFill/>
        </p:spPr>
        <p:txBody>
          <a:bodyPr wrap="none" lIns="0" tIns="0" rIns="0" bIns="0" rtlCol="0" anchor="t"/>
          <a:lstStyle/>
          <a:p>
            <a:pPr marL="0" indent="0" algn="l">
              <a:lnSpc>
                <a:spcPct val="108000"/>
              </a:lnSpc>
              <a:buNone/>
            </a:pPr>
            <a:r>
              <a:rPr lang="en-US" sz="600" dirty="0">
                <a:solidFill>
                  <a:srgbClr val="405449"/>
                </a:solidFill>
                <a:latin typeface="Nobile" panose="02000503050000020004" pitchFamily="34" charset="0"/>
                <a:ea typeface="Nobile" panose="02000503050000020004" pitchFamily="34" charset="-122"/>
                <a:cs typeface="Nobile" panose="02000503050000020004" pitchFamily="34" charset="-120"/>
              </a:rPr>
              <a:t>Secure healthcare data exchange using REST APIs</a:t>
            </a:r>
            <a:endParaRPr lang="en-US" sz="600" dirty="0"/>
          </a:p>
        </p:txBody>
      </p:sp>
      <p:sp>
        <p:nvSpPr>
          <p:cNvPr id="17" name="Text 14"/>
          <p:cNvSpPr/>
          <p:nvPr/>
        </p:nvSpPr>
        <p:spPr>
          <a:xfrm>
            <a:off x="578346" y="2212628"/>
            <a:ext cx="4371008" cy="100757"/>
          </a:xfrm>
          <a:prstGeom prst="rect">
            <a:avLst/>
          </a:prstGeom>
          <a:noFill/>
        </p:spPr>
        <p:txBody>
          <a:bodyPr wrap="none" lIns="0" tIns="0" rIns="0" bIns="0" rtlCol="0" anchor="t"/>
          <a:lstStyle/>
          <a:p>
            <a:pPr marL="0" indent="0" algn="l">
              <a:lnSpc>
                <a:spcPct val="108000"/>
              </a:lnSpc>
              <a:buNone/>
            </a:pPr>
            <a:r>
              <a:rPr lang="en-US" sz="600" dirty="0">
                <a:solidFill>
                  <a:srgbClr val="405449"/>
                </a:solidFill>
                <a:latin typeface="Nobile" panose="02000503050000020004" pitchFamily="34" charset="0"/>
                <a:ea typeface="Nobile" panose="02000503050000020004" pitchFamily="34" charset="-122"/>
                <a:cs typeface="Nobile" panose="02000503050000020004" pitchFamily="34" charset="-120"/>
              </a:rPr>
              <a:t>Single SQL database</a:t>
            </a:r>
            <a:endParaRPr lang="en-US" sz="600" dirty="0"/>
          </a:p>
        </p:txBody>
      </p:sp>
      <p:sp>
        <p:nvSpPr>
          <p:cNvPr id="18" name="Text 15"/>
          <p:cNvSpPr/>
          <p:nvPr/>
        </p:nvSpPr>
        <p:spPr>
          <a:xfrm>
            <a:off x="4651846" y="2212628"/>
            <a:ext cx="4371008" cy="100757"/>
          </a:xfrm>
          <a:prstGeom prst="rect">
            <a:avLst/>
          </a:prstGeom>
          <a:noFill/>
        </p:spPr>
        <p:txBody>
          <a:bodyPr wrap="none" lIns="0" tIns="0" rIns="0" bIns="0" rtlCol="0" anchor="t"/>
          <a:lstStyle/>
          <a:p>
            <a:pPr marL="0" indent="0" algn="l">
              <a:lnSpc>
                <a:spcPct val="108000"/>
              </a:lnSpc>
              <a:buNone/>
            </a:pPr>
            <a:r>
              <a:rPr lang="en-US" sz="600" dirty="0">
                <a:solidFill>
                  <a:srgbClr val="405449"/>
                </a:solidFill>
                <a:latin typeface="Nobile" panose="02000503050000020004" pitchFamily="34" charset="0"/>
                <a:ea typeface="Nobile" panose="02000503050000020004" pitchFamily="34" charset="-122"/>
                <a:cs typeface="Nobile" panose="02000503050000020004" pitchFamily="34" charset="-120"/>
              </a:rPr>
              <a:t>Hybrid MySQL + MongoDB architecture</a:t>
            </a:r>
            <a:endParaRPr lang="en-US" sz="600" dirty="0"/>
          </a:p>
        </p:txBody>
      </p:sp>
      <p:sp>
        <p:nvSpPr>
          <p:cNvPr id="19" name="Text 16"/>
          <p:cNvSpPr/>
          <p:nvPr/>
        </p:nvSpPr>
        <p:spPr>
          <a:xfrm>
            <a:off x="578346" y="2385715"/>
            <a:ext cx="4371008" cy="100757"/>
          </a:xfrm>
          <a:prstGeom prst="rect">
            <a:avLst/>
          </a:prstGeom>
          <a:noFill/>
        </p:spPr>
        <p:txBody>
          <a:bodyPr wrap="none" lIns="0" tIns="0" rIns="0" bIns="0" rtlCol="0" anchor="t"/>
          <a:lstStyle/>
          <a:p>
            <a:pPr marL="0" indent="0" algn="l">
              <a:lnSpc>
                <a:spcPct val="108000"/>
              </a:lnSpc>
              <a:buNone/>
            </a:pPr>
            <a:r>
              <a:rPr lang="en-US" sz="600" dirty="0">
                <a:solidFill>
                  <a:srgbClr val="405449"/>
                </a:solidFill>
                <a:latin typeface="Nobile" panose="02000503050000020004" pitchFamily="34" charset="0"/>
                <a:ea typeface="Nobile" panose="02000503050000020004" pitchFamily="34" charset="-122"/>
                <a:cs typeface="Nobile" panose="02000503050000020004" pitchFamily="34" charset="-120"/>
              </a:rPr>
              <a:t>Limited data sharing</a:t>
            </a:r>
            <a:endParaRPr lang="en-US" sz="600" dirty="0"/>
          </a:p>
        </p:txBody>
      </p:sp>
      <p:sp>
        <p:nvSpPr>
          <p:cNvPr id="20" name="Text 17"/>
          <p:cNvSpPr/>
          <p:nvPr/>
        </p:nvSpPr>
        <p:spPr>
          <a:xfrm>
            <a:off x="4651846" y="2385715"/>
            <a:ext cx="4371008" cy="100757"/>
          </a:xfrm>
          <a:prstGeom prst="rect">
            <a:avLst/>
          </a:prstGeom>
          <a:noFill/>
        </p:spPr>
        <p:txBody>
          <a:bodyPr wrap="none" lIns="0" tIns="0" rIns="0" bIns="0" rtlCol="0" anchor="t"/>
          <a:lstStyle/>
          <a:p>
            <a:pPr marL="0" indent="0" algn="l">
              <a:lnSpc>
                <a:spcPct val="108000"/>
              </a:lnSpc>
              <a:buNone/>
            </a:pPr>
            <a:r>
              <a:rPr lang="en-US" sz="600" dirty="0">
                <a:solidFill>
                  <a:srgbClr val="405449"/>
                </a:solidFill>
                <a:latin typeface="Nobile" panose="02000503050000020004" pitchFamily="34" charset="0"/>
                <a:ea typeface="Nobile" panose="02000503050000020004" pitchFamily="34" charset="-122"/>
                <a:cs typeface="Nobile" panose="02000503050000020004" pitchFamily="34" charset="-120"/>
              </a:rPr>
              <a:t>JWT authentication with role-based access</a:t>
            </a:r>
            <a:endParaRPr lang="en-US" sz="600" dirty="0"/>
          </a:p>
        </p:txBody>
      </p:sp>
      <p:sp>
        <p:nvSpPr>
          <p:cNvPr id="21" name="Text 18"/>
          <p:cNvSpPr/>
          <p:nvPr/>
        </p:nvSpPr>
        <p:spPr>
          <a:xfrm>
            <a:off x="578346" y="2558802"/>
            <a:ext cx="4371008" cy="100757"/>
          </a:xfrm>
          <a:prstGeom prst="rect">
            <a:avLst/>
          </a:prstGeom>
          <a:noFill/>
        </p:spPr>
        <p:txBody>
          <a:bodyPr wrap="none" lIns="0" tIns="0" rIns="0" bIns="0" rtlCol="0" anchor="t"/>
          <a:lstStyle/>
          <a:p>
            <a:pPr marL="0" indent="0" algn="l">
              <a:lnSpc>
                <a:spcPct val="108000"/>
              </a:lnSpc>
              <a:buNone/>
            </a:pPr>
            <a:r>
              <a:rPr lang="en-US" sz="600" dirty="0">
                <a:solidFill>
                  <a:srgbClr val="405449"/>
                </a:solidFill>
                <a:latin typeface="Nobile" panose="02000503050000020004" pitchFamily="34" charset="0"/>
                <a:ea typeface="Nobile" panose="02000503050000020004" pitchFamily="34" charset="-122"/>
                <a:cs typeface="Nobile" panose="02000503050000020004" pitchFamily="34" charset="-120"/>
              </a:rPr>
              <a:t>Basic reports</a:t>
            </a:r>
            <a:endParaRPr lang="en-US" sz="600" dirty="0"/>
          </a:p>
        </p:txBody>
      </p:sp>
      <p:sp>
        <p:nvSpPr>
          <p:cNvPr id="22" name="Text 19"/>
          <p:cNvSpPr/>
          <p:nvPr/>
        </p:nvSpPr>
        <p:spPr>
          <a:xfrm>
            <a:off x="4651846" y="2558802"/>
            <a:ext cx="4371008" cy="100757"/>
          </a:xfrm>
          <a:prstGeom prst="rect">
            <a:avLst/>
          </a:prstGeom>
          <a:noFill/>
        </p:spPr>
        <p:txBody>
          <a:bodyPr wrap="none" lIns="0" tIns="0" rIns="0" bIns="0" rtlCol="0" anchor="t"/>
          <a:lstStyle/>
          <a:p>
            <a:pPr marL="0" indent="0" algn="l">
              <a:lnSpc>
                <a:spcPct val="108000"/>
              </a:lnSpc>
              <a:buNone/>
            </a:pPr>
            <a:r>
              <a:rPr lang="en-US" sz="600" dirty="0">
                <a:solidFill>
                  <a:srgbClr val="405449"/>
                </a:solidFill>
                <a:latin typeface="Nobile" panose="02000503050000020004" pitchFamily="34" charset="0"/>
                <a:ea typeface="Nobile" panose="02000503050000020004" pitchFamily="34" charset="-122"/>
                <a:cs typeface="Nobile" panose="02000503050000020004" pitchFamily="34" charset="-120"/>
              </a:rPr>
              <a:t>AI-powered analytics dashboard</a:t>
            </a:r>
            <a:endParaRPr lang="en-US" sz="600" dirty="0"/>
          </a:p>
        </p:txBody>
      </p:sp>
      <p:sp>
        <p:nvSpPr>
          <p:cNvPr id="23" name="Text 20"/>
          <p:cNvSpPr/>
          <p:nvPr/>
        </p:nvSpPr>
        <p:spPr>
          <a:xfrm>
            <a:off x="578346" y="2731889"/>
            <a:ext cx="4371008" cy="100757"/>
          </a:xfrm>
          <a:prstGeom prst="rect">
            <a:avLst/>
          </a:prstGeom>
          <a:noFill/>
        </p:spPr>
        <p:txBody>
          <a:bodyPr wrap="none" lIns="0" tIns="0" rIns="0" bIns="0" rtlCol="0" anchor="t"/>
          <a:lstStyle/>
          <a:p>
            <a:pPr marL="0" indent="0" algn="l">
              <a:lnSpc>
                <a:spcPct val="108000"/>
              </a:lnSpc>
              <a:buNone/>
            </a:pPr>
            <a:r>
              <a:rPr lang="en-US" sz="600" dirty="0">
                <a:solidFill>
                  <a:srgbClr val="405449"/>
                </a:solidFill>
                <a:latin typeface="Nobile" panose="02000503050000020004" pitchFamily="34" charset="0"/>
                <a:ea typeface="Nobile" panose="02000503050000020004" pitchFamily="34" charset="-122"/>
                <a:cs typeface="Nobile" panose="02000503050000020004" pitchFamily="34" charset="-120"/>
              </a:rPr>
              <a:t>Manual decision making</a:t>
            </a:r>
            <a:endParaRPr lang="en-US" sz="600" dirty="0"/>
          </a:p>
        </p:txBody>
      </p:sp>
      <p:sp>
        <p:nvSpPr>
          <p:cNvPr id="24" name="Text 21"/>
          <p:cNvSpPr/>
          <p:nvPr/>
        </p:nvSpPr>
        <p:spPr>
          <a:xfrm>
            <a:off x="4651846" y="2731889"/>
            <a:ext cx="4371008" cy="100757"/>
          </a:xfrm>
          <a:prstGeom prst="rect">
            <a:avLst/>
          </a:prstGeom>
          <a:noFill/>
        </p:spPr>
        <p:txBody>
          <a:bodyPr wrap="none" lIns="0" tIns="0" rIns="0" bIns="0" rtlCol="0" anchor="t"/>
          <a:lstStyle/>
          <a:p>
            <a:pPr marL="0" indent="0" algn="l">
              <a:lnSpc>
                <a:spcPct val="108000"/>
              </a:lnSpc>
              <a:buNone/>
            </a:pPr>
            <a:r>
              <a:rPr lang="en-US" sz="600" dirty="0">
                <a:solidFill>
                  <a:srgbClr val="405449"/>
                </a:solidFill>
                <a:latin typeface="Nobile" panose="02000503050000020004" pitchFamily="34" charset="0"/>
                <a:ea typeface="Nobile" panose="02000503050000020004" pitchFamily="34" charset="-122"/>
                <a:cs typeface="Nobile" panose="02000503050000020004" pitchFamily="34" charset="-120"/>
              </a:rPr>
              <a:t>Disease trend analysis and hospital insights</a:t>
            </a:r>
            <a:endParaRPr lang="en-US" sz="600" dirty="0"/>
          </a:p>
        </p:txBody>
      </p:sp>
      <p:sp>
        <p:nvSpPr>
          <p:cNvPr id="25" name="Text 22"/>
          <p:cNvSpPr/>
          <p:nvPr/>
        </p:nvSpPr>
        <p:spPr>
          <a:xfrm>
            <a:off x="578346" y="2904976"/>
            <a:ext cx="4371008" cy="100757"/>
          </a:xfrm>
          <a:prstGeom prst="rect">
            <a:avLst/>
          </a:prstGeom>
          <a:noFill/>
        </p:spPr>
        <p:txBody>
          <a:bodyPr wrap="none" lIns="0" tIns="0" rIns="0" bIns="0" rtlCol="0" anchor="t"/>
          <a:lstStyle/>
          <a:p>
            <a:pPr marL="0" indent="0" algn="l">
              <a:lnSpc>
                <a:spcPct val="108000"/>
              </a:lnSpc>
              <a:buNone/>
            </a:pPr>
            <a:r>
              <a:rPr lang="en-US" sz="600" dirty="0">
                <a:solidFill>
                  <a:srgbClr val="405449"/>
                </a:solidFill>
                <a:latin typeface="Nobile" panose="02000503050000020004" pitchFamily="34" charset="0"/>
                <a:ea typeface="Nobile" panose="02000503050000020004" pitchFamily="34" charset="-122"/>
                <a:cs typeface="Nobile" panose="02000503050000020004" pitchFamily="34" charset="-120"/>
              </a:rPr>
              <a:t>Hospital-centric</a:t>
            </a:r>
            <a:endParaRPr lang="en-US" sz="600" dirty="0"/>
          </a:p>
        </p:txBody>
      </p:sp>
      <p:sp>
        <p:nvSpPr>
          <p:cNvPr id="26" name="Text 23"/>
          <p:cNvSpPr/>
          <p:nvPr/>
        </p:nvSpPr>
        <p:spPr>
          <a:xfrm>
            <a:off x="4651846" y="2904976"/>
            <a:ext cx="4371008" cy="100757"/>
          </a:xfrm>
          <a:prstGeom prst="rect">
            <a:avLst/>
          </a:prstGeom>
          <a:noFill/>
        </p:spPr>
        <p:txBody>
          <a:bodyPr wrap="none" lIns="0" tIns="0" rIns="0" bIns="0" rtlCol="0" anchor="t"/>
          <a:lstStyle/>
          <a:p>
            <a:pPr marL="0" indent="0" algn="l">
              <a:lnSpc>
                <a:spcPct val="108000"/>
              </a:lnSpc>
              <a:buNone/>
            </a:pPr>
            <a:r>
              <a:rPr lang="en-US" sz="600" dirty="0">
                <a:solidFill>
                  <a:srgbClr val="405449"/>
                </a:solidFill>
                <a:latin typeface="Nobile" panose="02000503050000020004" pitchFamily="34" charset="0"/>
                <a:ea typeface="Nobile" panose="02000503050000020004" pitchFamily="34" charset="-122"/>
                <a:cs typeface="Nobile" panose="02000503050000020004" pitchFamily="34" charset="-120"/>
              </a:rPr>
              <a:t>Scalable ecosystem connecting multiple healthcare stakeholders</a:t>
            </a:r>
            <a:endParaRPr lang="en-US" sz="600" dirty="0"/>
          </a:p>
        </p:txBody>
      </p:sp>
      <p:sp>
        <p:nvSpPr>
          <p:cNvPr id="27" name="Text 24"/>
          <p:cNvSpPr/>
          <p:nvPr/>
        </p:nvSpPr>
        <p:spPr>
          <a:xfrm>
            <a:off x="496119" y="3116907"/>
            <a:ext cx="8151763" cy="193849"/>
          </a:xfrm>
          <a:prstGeom prst="rect">
            <a:avLst/>
          </a:prstGeom>
          <a:noFill/>
        </p:spPr>
        <p:txBody>
          <a:bodyPr wrap="none" lIns="0" tIns="0" rIns="0" bIns="0" rtlCol="0" anchor="t"/>
          <a:lstStyle/>
          <a:p>
            <a:pPr marL="0" indent="0" algn="l">
              <a:lnSpc>
                <a:spcPct val="104000"/>
              </a:lnSpc>
              <a:buNone/>
            </a:pPr>
            <a:r>
              <a:rPr lang="en-US" sz="1200" dirty="0">
                <a:solidFill>
                  <a:srgbClr val="3B4540"/>
                </a:solidFill>
                <a:latin typeface="Fraunces ExtraBold" pitchFamily="34" charset="0"/>
                <a:ea typeface="Fraunces ExtraBold" pitchFamily="34" charset="-122"/>
                <a:cs typeface="Fraunces ExtraBold" pitchFamily="34" charset="-120"/>
              </a:rPr>
              <a:t>Key Innovative Features</a:t>
            </a:r>
            <a:endParaRPr lang="en-US" sz="1200" dirty="0"/>
          </a:p>
        </p:txBody>
      </p:sp>
      <p:pic>
        <p:nvPicPr>
          <p:cNvPr id="2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3383384"/>
            <a:ext cx="4051622" cy="424830"/>
          </a:xfrm>
          <a:prstGeom prst="rect">
            <a:avLst/>
          </a:prstGeom>
        </p:spPr>
      </p:pic>
      <p:sp>
        <p:nvSpPr>
          <p:cNvPr id="29" name="Text 25"/>
          <p:cNvSpPr/>
          <p:nvPr/>
        </p:nvSpPr>
        <p:spPr>
          <a:xfrm>
            <a:off x="621209" y="3470374"/>
            <a:ext cx="3839542" cy="121072"/>
          </a:xfrm>
          <a:prstGeom prst="rect">
            <a:avLst/>
          </a:prstGeom>
          <a:noFill/>
        </p:spPr>
        <p:txBody>
          <a:bodyPr wrap="none" lIns="0" tIns="0" rIns="0" bIns="0" rtlCol="0" anchor="t"/>
          <a:lstStyle/>
          <a:p>
            <a:pPr marL="0" indent="0" algn="l">
              <a:lnSpc>
                <a:spcPct val="104000"/>
              </a:lnSpc>
              <a:buNone/>
            </a:pPr>
            <a:r>
              <a:rPr lang="en-US" sz="750" dirty="0">
                <a:solidFill>
                  <a:srgbClr val="405449"/>
                </a:solidFill>
                <a:latin typeface="Fraunces ExtraBold" pitchFamily="34" charset="0"/>
                <a:ea typeface="Fraunces ExtraBold" pitchFamily="34" charset="-122"/>
                <a:cs typeface="Fraunces ExtraBold" pitchFamily="34" charset="-120"/>
              </a:rPr>
              <a:t>Hybrid Database Architecture</a:t>
            </a:r>
            <a:endParaRPr lang="en-US" sz="750" dirty="0"/>
          </a:p>
        </p:txBody>
      </p:sp>
      <p:sp>
        <p:nvSpPr>
          <p:cNvPr id="30" name="Text 26"/>
          <p:cNvSpPr/>
          <p:nvPr/>
        </p:nvSpPr>
        <p:spPr>
          <a:xfrm>
            <a:off x="621209" y="3620467"/>
            <a:ext cx="3839542" cy="100757"/>
          </a:xfrm>
          <a:prstGeom prst="rect">
            <a:avLst/>
          </a:prstGeom>
          <a:noFill/>
        </p:spPr>
        <p:txBody>
          <a:bodyPr wrap="none" lIns="0" tIns="0" rIns="0" bIns="0" rtlCol="0" anchor="t"/>
          <a:lstStyle/>
          <a:p>
            <a:pPr marL="0" indent="0" algn="l">
              <a:lnSpc>
                <a:spcPct val="108000"/>
              </a:lnSpc>
              <a:buNone/>
            </a:pPr>
            <a:r>
              <a:rPr lang="en-US" sz="600" dirty="0">
                <a:solidFill>
                  <a:srgbClr val="405449"/>
                </a:solidFill>
                <a:latin typeface="Nobile" panose="02000503050000020004" pitchFamily="34" charset="0"/>
                <a:ea typeface="Nobile" panose="02000503050000020004" pitchFamily="34" charset="-122"/>
                <a:cs typeface="Nobile" panose="02000503050000020004" pitchFamily="34" charset="-120"/>
              </a:rPr>
              <a:t>Combines MySQL for structured data and MongoDB for flexible NoSQL document storage.</a:t>
            </a:r>
            <a:endParaRPr lang="en-US" sz="600" dirty="0"/>
          </a:p>
        </p:txBody>
      </p:sp>
      <p:pic>
        <p:nvPicPr>
          <p:cNvPr id="31"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96185" y="3383384"/>
            <a:ext cx="4051697" cy="424830"/>
          </a:xfrm>
          <a:prstGeom prst="rect">
            <a:avLst/>
          </a:prstGeom>
        </p:spPr>
      </p:pic>
      <p:sp>
        <p:nvSpPr>
          <p:cNvPr id="32" name="Text 27"/>
          <p:cNvSpPr/>
          <p:nvPr/>
        </p:nvSpPr>
        <p:spPr>
          <a:xfrm>
            <a:off x="4721275" y="3470374"/>
            <a:ext cx="3839617" cy="121072"/>
          </a:xfrm>
          <a:prstGeom prst="rect">
            <a:avLst/>
          </a:prstGeom>
          <a:noFill/>
        </p:spPr>
        <p:txBody>
          <a:bodyPr wrap="none" lIns="0" tIns="0" rIns="0" bIns="0" rtlCol="0" anchor="t"/>
          <a:lstStyle/>
          <a:p>
            <a:pPr marL="0" indent="0" algn="l">
              <a:lnSpc>
                <a:spcPct val="104000"/>
              </a:lnSpc>
              <a:buNone/>
            </a:pPr>
            <a:r>
              <a:rPr lang="en-US" sz="750" dirty="0">
                <a:solidFill>
                  <a:srgbClr val="405449"/>
                </a:solidFill>
                <a:latin typeface="Fraunces ExtraBold" pitchFamily="34" charset="0"/>
                <a:ea typeface="Fraunces ExtraBold" pitchFamily="34" charset="-122"/>
                <a:cs typeface="Fraunces ExtraBold" pitchFamily="34" charset="-120"/>
              </a:rPr>
              <a:t>Secure REST API Integration</a:t>
            </a:r>
            <a:endParaRPr lang="en-US" sz="750" dirty="0"/>
          </a:p>
        </p:txBody>
      </p:sp>
      <p:sp>
        <p:nvSpPr>
          <p:cNvPr id="33" name="Text 28"/>
          <p:cNvSpPr/>
          <p:nvPr/>
        </p:nvSpPr>
        <p:spPr>
          <a:xfrm>
            <a:off x="4721275" y="3620467"/>
            <a:ext cx="3839617" cy="100757"/>
          </a:xfrm>
          <a:prstGeom prst="rect">
            <a:avLst/>
          </a:prstGeom>
          <a:noFill/>
        </p:spPr>
        <p:txBody>
          <a:bodyPr wrap="none" lIns="0" tIns="0" rIns="0" bIns="0" rtlCol="0" anchor="t"/>
          <a:lstStyle/>
          <a:p>
            <a:pPr marL="0" indent="0" algn="l">
              <a:lnSpc>
                <a:spcPct val="108000"/>
              </a:lnSpc>
              <a:buNone/>
            </a:pPr>
            <a:r>
              <a:rPr lang="en-US" sz="600" dirty="0">
                <a:solidFill>
                  <a:srgbClr val="405449"/>
                </a:solidFill>
                <a:latin typeface="Nobile" panose="02000503050000020004" pitchFamily="34" charset="0"/>
                <a:ea typeface="Nobile" panose="02000503050000020004" pitchFamily="34" charset="-122"/>
                <a:cs typeface="Nobile" panose="02000503050000020004" pitchFamily="34" charset="-120"/>
              </a:rPr>
              <a:t>Enables seamless and secure data exchange across diverse healthcare systems.</a:t>
            </a:r>
            <a:endParaRPr lang="en-US" sz="600" dirty="0"/>
          </a:p>
        </p:txBody>
      </p:sp>
      <p:pic>
        <p:nvPicPr>
          <p:cNvPr id="34"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3856658"/>
            <a:ext cx="4051622" cy="424830"/>
          </a:xfrm>
          <a:prstGeom prst="rect">
            <a:avLst/>
          </a:prstGeom>
        </p:spPr>
      </p:pic>
      <p:sp>
        <p:nvSpPr>
          <p:cNvPr id="35" name="Text 29"/>
          <p:cNvSpPr/>
          <p:nvPr/>
        </p:nvSpPr>
        <p:spPr>
          <a:xfrm>
            <a:off x="621209" y="3943648"/>
            <a:ext cx="3839542" cy="121072"/>
          </a:xfrm>
          <a:prstGeom prst="rect">
            <a:avLst/>
          </a:prstGeom>
          <a:noFill/>
        </p:spPr>
        <p:txBody>
          <a:bodyPr wrap="none" lIns="0" tIns="0" rIns="0" bIns="0" rtlCol="0" anchor="t"/>
          <a:lstStyle/>
          <a:p>
            <a:pPr marL="0" indent="0" algn="l">
              <a:lnSpc>
                <a:spcPct val="104000"/>
              </a:lnSpc>
              <a:buNone/>
            </a:pPr>
            <a:r>
              <a:rPr lang="en-US" sz="750" dirty="0">
                <a:solidFill>
                  <a:srgbClr val="405449"/>
                </a:solidFill>
                <a:latin typeface="Fraunces ExtraBold" pitchFamily="34" charset="0"/>
                <a:ea typeface="Fraunces ExtraBold" pitchFamily="34" charset="-122"/>
                <a:cs typeface="Fraunces ExtraBold" pitchFamily="34" charset="-120"/>
              </a:rPr>
              <a:t>AI-Powered Healthcare Analytics</a:t>
            </a:r>
            <a:endParaRPr lang="en-US" sz="750" dirty="0"/>
          </a:p>
        </p:txBody>
      </p:sp>
      <p:sp>
        <p:nvSpPr>
          <p:cNvPr id="36" name="Text 30"/>
          <p:cNvSpPr/>
          <p:nvPr/>
        </p:nvSpPr>
        <p:spPr>
          <a:xfrm>
            <a:off x="621209" y="4093741"/>
            <a:ext cx="3839542" cy="100757"/>
          </a:xfrm>
          <a:prstGeom prst="rect">
            <a:avLst/>
          </a:prstGeom>
          <a:noFill/>
        </p:spPr>
        <p:txBody>
          <a:bodyPr wrap="none" lIns="0" tIns="0" rIns="0" bIns="0" rtlCol="0" anchor="t"/>
          <a:lstStyle/>
          <a:p>
            <a:pPr marL="0" indent="0" algn="l">
              <a:lnSpc>
                <a:spcPct val="108000"/>
              </a:lnSpc>
              <a:buNone/>
            </a:pPr>
            <a:r>
              <a:rPr lang="en-US" sz="600" dirty="0">
                <a:solidFill>
                  <a:srgbClr val="405449"/>
                </a:solidFill>
                <a:latin typeface="Nobile" panose="02000503050000020004" pitchFamily="34" charset="0"/>
                <a:ea typeface="Nobile" panose="02000503050000020004" pitchFamily="34" charset="-122"/>
                <a:cs typeface="Nobile" panose="02000503050000020004" pitchFamily="34" charset="-120"/>
              </a:rPr>
              <a:t>Provides intelligent insights for trend detection, workload monitoring, and decision support.</a:t>
            </a:r>
            <a:endParaRPr lang="en-US" sz="600" dirty="0"/>
          </a:p>
        </p:txBody>
      </p:sp>
      <p:pic>
        <p:nvPicPr>
          <p:cNvPr id="37"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96185" y="3856658"/>
            <a:ext cx="4051697" cy="424830"/>
          </a:xfrm>
          <a:prstGeom prst="rect">
            <a:avLst/>
          </a:prstGeom>
        </p:spPr>
      </p:pic>
      <p:sp>
        <p:nvSpPr>
          <p:cNvPr id="38" name="Text 31"/>
          <p:cNvSpPr/>
          <p:nvPr/>
        </p:nvSpPr>
        <p:spPr>
          <a:xfrm>
            <a:off x="4721275" y="3943648"/>
            <a:ext cx="3839617" cy="121072"/>
          </a:xfrm>
          <a:prstGeom prst="rect">
            <a:avLst/>
          </a:prstGeom>
          <a:noFill/>
        </p:spPr>
        <p:txBody>
          <a:bodyPr wrap="none" lIns="0" tIns="0" rIns="0" bIns="0" rtlCol="0" anchor="t"/>
          <a:lstStyle/>
          <a:p>
            <a:pPr marL="0" indent="0" algn="l">
              <a:lnSpc>
                <a:spcPct val="104000"/>
              </a:lnSpc>
              <a:buNone/>
            </a:pPr>
            <a:r>
              <a:rPr lang="en-US" sz="750" dirty="0">
                <a:solidFill>
                  <a:srgbClr val="405449"/>
                </a:solidFill>
                <a:latin typeface="Fraunces ExtraBold" pitchFamily="34" charset="0"/>
                <a:ea typeface="Fraunces ExtraBold" pitchFamily="34" charset="-122"/>
                <a:cs typeface="Fraunces ExtraBold" pitchFamily="34" charset="-120"/>
              </a:rPr>
              <a:t>Role-Based Secure Access</a:t>
            </a:r>
            <a:endParaRPr lang="en-US" sz="750" dirty="0"/>
          </a:p>
        </p:txBody>
      </p:sp>
      <p:sp>
        <p:nvSpPr>
          <p:cNvPr id="39" name="Text 32"/>
          <p:cNvSpPr/>
          <p:nvPr/>
        </p:nvSpPr>
        <p:spPr>
          <a:xfrm>
            <a:off x="4721275" y="4093741"/>
            <a:ext cx="3839617" cy="100757"/>
          </a:xfrm>
          <a:prstGeom prst="rect">
            <a:avLst/>
          </a:prstGeom>
          <a:noFill/>
        </p:spPr>
        <p:txBody>
          <a:bodyPr wrap="none" lIns="0" tIns="0" rIns="0" bIns="0" rtlCol="0" anchor="t"/>
          <a:lstStyle/>
          <a:p>
            <a:pPr marL="0" indent="0" algn="l">
              <a:lnSpc>
                <a:spcPct val="108000"/>
              </a:lnSpc>
              <a:buNone/>
            </a:pPr>
            <a:r>
              <a:rPr lang="en-US" sz="600" dirty="0">
                <a:solidFill>
                  <a:srgbClr val="405449"/>
                </a:solidFill>
                <a:latin typeface="Nobile" panose="02000503050000020004" pitchFamily="34" charset="0"/>
                <a:ea typeface="Nobile" panose="02000503050000020004" pitchFamily="34" charset="-122"/>
                <a:cs typeface="Nobile" panose="02000503050000020004" pitchFamily="34" charset="-120"/>
              </a:rPr>
              <a:t>Ensures data privacy and compliance with granular access controls for different user roles.</a:t>
            </a:r>
            <a:endParaRPr lang="en-US" sz="600" dirty="0"/>
          </a:p>
        </p:txBody>
      </p:sp>
      <p:pic>
        <p:nvPicPr>
          <p:cNvPr id="40" name="Image 5"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4329931"/>
            <a:ext cx="4051622" cy="424830"/>
          </a:xfrm>
          <a:prstGeom prst="rect">
            <a:avLst/>
          </a:prstGeom>
        </p:spPr>
      </p:pic>
      <p:sp>
        <p:nvSpPr>
          <p:cNvPr id="41" name="Text 33"/>
          <p:cNvSpPr/>
          <p:nvPr/>
        </p:nvSpPr>
        <p:spPr>
          <a:xfrm>
            <a:off x="621209" y="4416921"/>
            <a:ext cx="3839542" cy="121072"/>
          </a:xfrm>
          <a:prstGeom prst="rect">
            <a:avLst/>
          </a:prstGeom>
          <a:noFill/>
        </p:spPr>
        <p:txBody>
          <a:bodyPr wrap="none" lIns="0" tIns="0" rIns="0" bIns="0" rtlCol="0" anchor="t"/>
          <a:lstStyle/>
          <a:p>
            <a:pPr marL="0" indent="0" algn="l">
              <a:lnSpc>
                <a:spcPct val="104000"/>
              </a:lnSpc>
              <a:buNone/>
            </a:pPr>
            <a:r>
              <a:rPr lang="en-US" sz="750" dirty="0">
                <a:solidFill>
                  <a:srgbClr val="405449"/>
                </a:solidFill>
                <a:latin typeface="Fraunces ExtraBold" pitchFamily="34" charset="0"/>
                <a:ea typeface="Fraunces ExtraBold" pitchFamily="34" charset="-122"/>
                <a:cs typeface="Fraunces ExtraBold" pitchFamily="34" charset="-120"/>
              </a:rPr>
              <a:t>Centralised Electronic Medical Records</a:t>
            </a:r>
            <a:endParaRPr lang="en-US" sz="750" dirty="0"/>
          </a:p>
        </p:txBody>
      </p:sp>
      <p:sp>
        <p:nvSpPr>
          <p:cNvPr id="42" name="Text 34"/>
          <p:cNvSpPr/>
          <p:nvPr/>
        </p:nvSpPr>
        <p:spPr>
          <a:xfrm>
            <a:off x="621209" y="4567014"/>
            <a:ext cx="3839542" cy="100757"/>
          </a:xfrm>
          <a:prstGeom prst="rect">
            <a:avLst/>
          </a:prstGeom>
          <a:noFill/>
        </p:spPr>
        <p:txBody>
          <a:bodyPr wrap="none" lIns="0" tIns="0" rIns="0" bIns="0" rtlCol="0" anchor="t"/>
          <a:lstStyle/>
          <a:p>
            <a:pPr marL="0" indent="0" algn="l">
              <a:lnSpc>
                <a:spcPct val="108000"/>
              </a:lnSpc>
              <a:buNone/>
            </a:pPr>
            <a:r>
              <a:rPr lang="en-US" sz="600" dirty="0">
                <a:solidFill>
                  <a:srgbClr val="405449"/>
                </a:solidFill>
                <a:latin typeface="Nobile" panose="02000503050000020004" pitchFamily="34" charset="0"/>
                <a:ea typeface="Nobile" panose="02000503050000020004" pitchFamily="34" charset="-122"/>
                <a:cs typeface="Nobile" panose="02000503050000020004" pitchFamily="34" charset="-120"/>
              </a:rPr>
              <a:t>Offers a unified and complete view of patient histories, reducing fragmentation and errors.</a:t>
            </a:r>
            <a:endParaRPr lang="en-US" sz="600" dirty="0"/>
          </a:p>
        </p:txBody>
      </p:sp>
      <p:pic>
        <p:nvPicPr>
          <p:cNvPr id="43" name="Image 6"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96185" y="4329931"/>
            <a:ext cx="4051697" cy="424830"/>
          </a:xfrm>
          <a:prstGeom prst="rect">
            <a:avLst/>
          </a:prstGeom>
        </p:spPr>
      </p:pic>
      <p:sp>
        <p:nvSpPr>
          <p:cNvPr id="44" name="Text 35"/>
          <p:cNvSpPr/>
          <p:nvPr/>
        </p:nvSpPr>
        <p:spPr>
          <a:xfrm>
            <a:off x="4721275" y="4416921"/>
            <a:ext cx="3839617" cy="121072"/>
          </a:xfrm>
          <a:prstGeom prst="rect">
            <a:avLst/>
          </a:prstGeom>
          <a:noFill/>
        </p:spPr>
        <p:txBody>
          <a:bodyPr wrap="none" lIns="0" tIns="0" rIns="0" bIns="0" rtlCol="0" anchor="t"/>
          <a:lstStyle/>
          <a:p>
            <a:pPr marL="0" indent="0" algn="l">
              <a:lnSpc>
                <a:spcPct val="104000"/>
              </a:lnSpc>
              <a:buNone/>
            </a:pPr>
            <a:r>
              <a:rPr lang="en-US" sz="750" dirty="0">
                <a:solidFill>
                  <a:srgbClr val="405449"/>
                </a:solidFill>
                <a:latin typeface="Fraunces ExtraBold" pitchFamily="34" charset="0"/>
                <a:ea typeface="Fraunces ExtraBold" pitchFamily="34" charset="-122"/>
                <a:cs typeface="Fraunces ExtraBold" pitchFamily="34" charset="-120"/>
              </a:rPr>
              <a:t>Scalable Backend Architecture</a:t>
            </a:r>
            <a:endParaRPr lang="en-US" sz="750" dirty="0"/>
          </a:p>
        </p:txBody>
      </p:sp>
      <p:sp>
        <p:nvSpPr>
          <p:cNvPr id="45" name="Text 36"/>
          <p:cNvSpPr/>
          <p:nvPr/>
        </p:nvSpPr>
        <p:spPr>
          <a:xfrm>
            <a:off x="4721275" y="4567014"/>
            <a:ext cx="3839617" cy="100757"/>
          </a:xfrm>
          <a:prstGeom prst="rect">
            <a:avLst/>
          </a:prstGeom>
          <a:noFill/>
        </p:spPr>
        <p:txBody>
          <a:bodyPr wrap="none" lIns="0" tIns="0" rIns="0" bIns="0" rtlCol="0" anchor="t"/>
          <a:lstStyle/>
          <a:p>
            <a:pPr marL="0" indent="0" algn="l">
              <a:lnSpc>
                <a:spcPct val="108000"/>
              </a:lnSpc>
              <a:buNone/>
            </a:pPr>
            <a:r>
              <a:rPr lang="en-US" sz="600" dirty="0">
                <a:solidFill>
                  <a:srgbClr val="405449"/>
                </a:solidFill>
                <a:latin typeface="Nobile" panose="02000503050000020004" pitchFamily="34" charset="0"/>
                <a:ea typeface="Nobile" panose="02000503050000020004" pitchFamily="34" charset="-122"/>
                <a:cs typeface="Nobile" panose="02000503050000020004" pitchFamily="34" charset="-120"/>
              </a:rPr>
              <a:t>Designed to handle increasing data volumes and user loads without compromising performance.</a:t>
            </a:r>
            <a:endParaRPr lang="en-US" sz="600" dirty="0"/>
          </a:p>
        </p:txBody>
      </p:sp>
      <p:pic>
        <p:nvPicPr>
          <p:cNvPr id="46" name="Image 0" descr="preencoded.png"/>
          <p:cNvPicPr>
            <a:picLocks noChangeAspect="1"/>
          </p:cNvPicPr>
          <p:nvPr/>
        </p:nvPicPr>
        <p:blipFill>
          <a:blip r:embed="rId5"/>
          <a:stretch>
            <a:fillRect/>
          </a:stretch>
        </p:blipFill>
        <p:spPr>
          <a:xfrm>
            <a:off x="7074719" y="10"/>
            <a:ext cx="2069604" cy="982266"/>
          </a:xfrm>
          <a:prstGeom prst="rect">
            <a:avLst/>
          </a:prstGeom>
        </p:spPr>
      </p:pic>
      <mc:AlternateContent xmlns:mc="http://schemas.openxmlformats.org/markup-compatibility/2006" xmlns:p14="http://schemas.microsoft.com/office/powerpoint/2010/main">
        <mc:Choice Requires="p14">
          <p:contentPart p14:bwMode="auto" r:id="rId6">
            <p14:nvContentPartPr>
              <p14:cNvPr id="47" name="Ink 46">
                <a:extLst>
                  <a:ext uri="{FF2B5EF4-FFF2-40B4-BE49-F238E27FC236}">
                    <a16:creationId xmlns:a16="http://schemas.microsoft.com/office/drawing/2014/main" id="{88E8822D-67DA-1D3C-FB13-B3E120FC20B3}"/>
                  </a:ext>
                </a:extLst>
              </p14:cNvPr>
              <p14:cNvContentPartPr/>
              <p14:nvPr/>
            </p14:nvContentPartPr>
            <p14:xfrm>
              <a:off x="8115425" y="4887831"/>
              <a:ext cx="893880" cy="163440"/>
            </p14:xfrm>
          </p:contentPart>
        </mc:Choice>
        <mc:Fallback xmlns="">
          <p:pic>
            <p:nvPicPr>
              <p:cNvPr id="47" name="Ink 46">
                <a:extLst>
                  <a:ext uri="{FF2B5EF4-FFF2-40B4-BE49-F238E27FC236}">
                    <a16:creationId xmlns:a16="http://schemas.microsoft.com/office/drawing/2014/main" id="{88E8822D-67DA-1D3C-FB13-B3E120FC20B3}"/>
                  </a:ext>
                </a:extLst>
              </p:cNvPr>
              <p:cNvPicPr/>
              <p:nvPr/>
            </p:nvPicPr>
            <p:blipFill>
              <a:blip r:embed="rId7"/>
              <a:stretch>
                <a:fillRect/>
              </a:stretch>
            </p:blipFill>
            <p:spPr>
              <a:xfrm>
                <a:off x="8052425" y="4825191"/>
                <a:ext cx="1019520" cy="289080"/>
              </a:xfrm>
              <a:prstGeom prst="rect">
                <a:avLst/>
              </a:prstGeom>
            </p:spPr>
          </p:pic>
        </mc:Fallback>
      </mc:AlternateContent>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1533</Words>
  <Application>Microsoft Office PowerPoint</Application>
  <PresentationFormat>On-screen Show (16:9)</PresentationFormat>
  <Paragraphs>196</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Nobile</vt:lpstr>
      <vt:lpstr>Arial</vt:lpstr>
      <vt:lpstr>Nobile Bold</vt:lpstr>
      <vt:lpstr>Calibri</vt:lpstr>
      <vt:lpstr>Fraunces ExtraBold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Sridhar Chari</dc:creator>
  <cp:lastModifiedBy>Sridhar Chari</cp:lastModifiedBy>
  <cp:revision>3</cp:revision>
  <dcterms:created xsi:type="dcterms:W3CDTF">2026-07-31T14:58:00Z</dcterms:created>
  <dcterms:modified xsi:type="dcterms:W3CDTF">2026-08-01T04:52:08Z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460FE0CF846047DF9FD031C77D993D2C_12</vt:lpwstr>
  </property>
</Properties>
</file>